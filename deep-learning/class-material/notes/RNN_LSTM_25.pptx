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3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A79B7-AE60-8BA8-BB07-BFA58DDE7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BDF65-4E09-88CA-D058-0C89BDBF3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CA6CF-6204-4593-6814-3A54C752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B462-47E1-708E-DB82-51053F7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ACE5B-C224-74B3-5AC7-CA8CC202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09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24E9-65A4-0FC2-6998-3A150FFF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0D16F-D494-6DC7-74CF-27186DDE3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083FC-4A65-2BAD-4464-BA653258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06574-8064-5D1B-C6BE-B6BA95CE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4BBE6-414F-A2A1-24E6-950D4BAD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32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DEC2-812B-284F-11D9-86F9C5DB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FC454-4507-95F3-2D11-80D9D2B8A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C699E-CADC-49E8-DB32-01F83084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24645-DC7B-0314-214A-60A38027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72F3B-8175-B760-8057-DA42409A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26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BAE1-5ED5-671D-4C25-2EBE74B0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0630-77F1-5C70-F13F-00618199A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2209C-F1D4-CE81-12E9-9862D54C6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812D8-1A1F-885F-D559-AA8DB06B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6027F-914C-7D9E-93C8-DE5E3E80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04D0-464A-2468-22A0-B700C214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30C8-E731-E288-7F57-B4B68057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42E46-99CC-AA78-7AD0-57F98760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80500-BD6A-1812-47C2-3D61B7B73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5213B-BC33-062C-9EA2-1DCC41F0D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1FB13-347A-B740-397B-17DC5AABB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BFD8D4-CC4B-A211-BE27-06FDC8363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A0145-733C-2364-2D93-B2D9585C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E31CF-841C-A05F-1534-3D23987E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4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A54E-85A0-3FCE-6729-770475DD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E4457-0321-3D3D-FD4A-3B5D129A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791EA-4E27-F719-EBC4-76A2BEBB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F0F95-6C00-3395-AB06-1FA66908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86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36F49-2881-43D4-6B38-705BD007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C393E-57DC-C893-4134-6188A603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C4AED-C32D-662F-7548-CB886631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40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3065-C003-72F1-F635-3BFB363F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FE00D-6235-21C4-18ED-4EA45622D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A46C0-8581-53FA-1693-ED24A7531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F0FF6-316A-9F39-CC68-63699DDB8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13177-5E5A-BB1F-E988-32E44D1C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0DEC6-9932-A002-E469-C1CEB9B6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483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13C8-4B55-2D3B-C2A7-04C6C0EE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BCBD7-7B65-4B14-66B2-EDCCD68D1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CB007-68B4-DF15-B61C-E57B2FD1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AF097-D666-A7B4-B489-3FF9FBF4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F6D04-A0FA-D02A-4ACF-AA9A4E09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097ED-11F0-7042-3714-5761C276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04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331D-B8C1-2CAF-6F78-916E6C1E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C724E-F1AA-AC51-FD8F-9F100A2D9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CAA6F-1893-E714-2751-1EF296A2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18BBB-C9D1-98D9-6544-BB2661F2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AFC3-DB0F-A332-F4B6-827FDB9B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33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3137CF-BC6B-FFA1-D90D-D0F5BBE75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7823F-C5E1-2162-B8E2-620066D16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10343-D0ED-1B88-AF48-6B92FB3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43717-F226-B9C3-CDE9-226F0F5D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67198-3435-3304-7A9F-DE8A2C327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12918-A296-857F-74AA-62497235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F218E-D8D1-B850-3C26-6441B321C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AF7F-7E7F-5DF1-A47D-A2A4EFA87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9E3C9-05D4-44F4-B50D-205AD7D4046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D6677-62DB-6FEF-EC89-67B2F6FAD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36452-C570-0EB4-2B26-F4D1AEC80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0503F-987E-4D89-A032-0DADB4B5E5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100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JP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">
            <a:extLst>
              <a:ext uri="{FF2B5EF4-FFF2-40B4-BE49-F238E27FC236}">
                <a16:creationId xmlns:a16="http://schemas.microsoft.com/office/drawing/2014/main" id="{D64A5A19-4DDA-8F97-B0C8-916863FF533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">
            <a:extLst>
              <a:ext uri="{FF2B5EF4-FFF2-40B4-BE49-F238E27FC236}">
                <a16:creationId xmlns:a16="http://schemas.microsoft.com/office/drawing/2014/main" id="{B4923FE0-DFA0-BE83-3274-2E520E34B6C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5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">
            <a:extLst>
              <a:ext uri="{FF2B5EF4-FFF2-40B4-BE49-F238E27FC236}">
                <a16:creationId xmlns:a16="http://schemas.microsoft.com/office/drawing/2014/main" id="{775FE574-9BA0-6096-70D1-168A4E656E9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">
            <a:extLst>
              <a:ext uri="{FF2B5EF4-FFF2-40B4-BE49-F238E27FC236}">
                <a16:creationId xmlns:a16="http://schemas.microsoft.com/office/drawing/2014/main" id="{07C270CA-BA05-B1A5-D081-BFA60C6520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9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">
            <a:extLst>
              <a:ext uri="{FF2B5EF4-FFF2-40B4-BE49-F238E27FC236}">
                <a16:creationId xmlns:a16="http://schemas.microsoft.com/office/drawing/2014/main" id="{E02E8736-546F-6930-A6AB-CE87252334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6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">
            <a:extLst>
              <a:ext uri="{FF2B5EF4-FFF2-40B4-BE49-F238E27FC236}">
                <a16:creationId xmlns:a16="http://schemas.microsoft.com/office/drawing/2014/main" id="{71C35081-BD61-BAB5-EAF4-0713FE134B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11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">
            <a:extLst>
              <a:ext uri="{FF2B5EF4-FFF2-40B4-BE49-F238E27FC236}">
                <a16:creationId xmlns:a16="http://schemas.microsoft.com/office/drawing/2014/main" id="{49AC9DFD-18D9-94E6-903F-9B7CBB79FB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1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">
            <a:extLst>
              <a:ext uri="{FF2B5EF4-FFF2-40B4-BE49-F238E27FC236}">
                <a16:creationId xmlns:a16="http://schemas.microsoft.com/office/drawing/2014/main" id="{CB2329F0-DDC3-0C7C-60D9-D85012CA43B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27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">
            <a:extLst>
              <a:ext uri="{FF2B5EF4-FFF2-40B4-BE49-F238E27FC236}">
                <a16:creationId xmlns:a16="http://schemas.microsoft.com/office/drawing/2014/main" id="{F7A98CC1-59A6-DB73-1D7B-86F0AA6151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9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">
            <a:extLst>
              <a:ext uri="{FF2B5EF4-FFF2-40B4-BE49-F238E27FC236}">
                <a16:creationId xmlns:a16="http://schemas.microsoft.com/office/drawing/2014/main" id="{A6ABFD7F-753A-58A1-B4F8-657D64AB022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3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">
            <a:extLst>
              <a:ext uri="{FF2B5EF4-FFF2-40B4-BE49-F238E27FC236}">
                <a16:creationId xmlns:a16="http://schemas.microsoft.com/office/drawing/2014/main" id="{1F886871-AE59-B3BA-200E-A44BB372CD8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6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">
            <a:extLst>
              <a:ext uri="{FF2B5EF4-FFF2-40B4-BE49-F238E27FC236}">
                <a16:creationId xmlns:a16="http://schemas.microsoft.com/office/drawing/2014/main" id="{67BD2044-799A-C8A3-E8DA-D911850FD1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1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">
            <a:extLst>
              <a:ext uri="{FF2B5EF4-FFF2-40B4-BE49-F238E27FC236}">
                <a16:creationId xmlns:a16="http://schemas.microsoft.com/office/drawing/2014/main" id="{D471B50E-5088-5C35-32EC-299AE7A208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43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">
            <a:extLst>
              <a:ext uri="{FF2B5EF4-FFF2-40B4-BE49-F238E27FC236}">
                <a16:creationId xmlns:a16="http://schemas.microsoft.com/office/drawing/2014/main" id="{D40A0363-0303-6335-1EF7-3393521CD06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32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">
            <a:extLst>
              <a:ext uri="{FF2B5EF4-FFF2-40B4-BE49-F238E27FC236}">
                <a16:creationId xmlns:a16="http://schemas.microsoft.com/office/drawing/2014/main" id="{D317380C-E645-B26F-ACF2-BB81BA363BC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47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6">
            <a:extLst>
              <a:ext uri="{FF2B5EF4-FFF2-40B4-BE49-F238E27FC236}">
                <a16:creationId xmlns:a16="http://schemas.microsoft.com/office/drawing/2014/main" id="{D3D67F50-9D80-C039-FAEF-A7AD36698EC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14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7">
            <a:extLst>
              <a:ext uri="{FF2B5EF4-FFF2-40B4-BE49-F238E27FC236}">
                <a16:creationId xmlns:a16="http://schemas.microsoft.com/office/drawing/2014/main" id="{6502D8FE-B7BB-E17F-1F96-99DB4ADA403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6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8">
            <a:extLst>
              <a:ext uri="{FF2B5EF4-FFF2-40B4-BE49-F238E27FC236}">
                <a16:creationId xmlns:a16="http://schemas.microsoft.com/office/drawing/2014/main" id="{0CA89063-4C4F-032D-581C-E0087C132B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01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9">
            <a:extLst>
              <a:ext uri="{FF2B5EF4-FFF2-40B4-BE49-F238E27FC236}">
                <a16:creationId xmlns:a16="http://schemas.microsoft.com/office/drawing/2014/main" id="{70496501-70F8-6BBE-3D6E-AACFAB8C564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27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0">
            <a:extLst>
              <a:ext uri="{FF2B5EF4-FFF2-40B4-BE49-F238E27FC236}">
                <a16:creationId xmlns:a16="http://schemas.microsoft.com/office/drawing/2014/main" id="{658B34DB-BFD0-91AE-A6E6-26085D77E1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83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1">
            <a:extLst>
              <a:ext uri="{FF2B5EF4-FFF2-40B4-BE49-F238E27FC236}">
                <a16:creationId xmlns:a16="http://schemas.microsoft.com/office/drawing/2014/main" id="{F841F14E-E065-3F60-6E2A-F3D873DE84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9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2">
            <a:extLst>
              <a:ext uri="{FF2B5EF4-FFF2-40B4-BE49-F238E27FC236}">
                <a16:creationId xmlns:a16="http://schemas.microsoft.com/office/drawing/2014/main" id="{C89A0A14-C490-E071-BCE9-D1B7BFBE036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46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3">
            <a:extLst>
              <a:ext uri="{FF2B5EF4-FFF2-40B4-BE49-F238E27FC236}">
                <a16:creationId xmlns:a16="http://schemas.microsoft.com/office/drawing/2014/main" id="{2037FCD0-0493-103C-4A7A-9E34A372176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92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4">
            <a:extLst>
              <a:ext uri="{FF2B5EF4-FFF2-40B4-BE49-F238E27FC236}">
                <a16:creationId xmlns:a16="http://schemas.microsoft.com/office/drawing/2014/main" id="{A8DFA675-E4E2-ACC4-72F4-463368A22A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21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5">
            <a:extLst>
              <a:ext uri="{FF2B5EF4-FFF2-40B4-BE49-F238E27FC236}">
                <a16:creationId xmlns:a16="http://schemas.microsoft.com/office/drawing/2014/main" id="{36A275A6-C21D-170D-0ED7-19B3F708C1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80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6">
            <a:extLst>
              <a:ext uri="{FF2B5EF4-FFF2-40B4-BE49-F238E27FC236}">
                <a16:creationId xmlns:a16="http://schemas.microsoft.com/office/drawing/2014/main" id="{102202E5-E22D-83B0-1FB6-4B1BA93801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00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7">
            <a:extLst>
              <a:ext uri="{FF2B5EF4-FFF2-40B4-BE49-F238E27FC236}">
                <a16:creationId xmlns:a16="http://schemas.microsoft.com/office/drawing/2014/main" id="{74E375C6-2730-1970-A1DD-6A912D3404C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70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8">
            <a:extLst>
              <a:ext uri="{FF2B5EF4-FFF2-40B4-BE49-F238E27FC236}">
                <a16:creationId xmlns:a16="http://schemas.microsoft.com/office/drawing/2014/main" id="{D3705E9F-4BE3-AC6B-155B-BABEACA5D5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73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29">
            <a:extLst>
              <a:ext uri="{FF2B5EF4-FFF2-40B4-BE49-F238E27FC236}">
                <a16:creationId xmlns:a16="http://schemas.microsoft.com/office/drawing/2014/main" id="{4AC00514-A3E5-2F2C-7140-239DD0E050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32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0">
            <a:extLst>
              <a:ext uri="{FF2B5EF4-FFF2-40B4-BE49-F238E27FC236}">
                <a16:creationId xmlns:a16="http://schemas.microsoft.com/office/drawing/2014/main" id="{1312D71D-371A-394F-A256-41BFBA9E841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58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1">
            <a:extLst>
              <a:ext uri="{FF2B5EF4-FFF2-40B4-BE49-F238E27FC236}">
                <a16:creationId xmlns:a16="http://schemas.microsoft.com/office/drawing/2014/main" id="{C2EBE6A3-0A29-D7A5-A10D-14B393CEB5B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75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2">
            <a:extLst>
              <a:ext uri="{FF2B5EF4-FFF2-40B4-BE49-F238E27FC236}">
                <a16:creationId xmlns:a16="http://schemas.microsoft.com/office/drawing/2014/main" id="{56B4D00A-8D9B-6085-A380-625F7FF9C8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28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3">
            <a:extLst>
              <a:ext uri="{FF2B5EF4-FFF2-40B4-BE49-F238E27FC236}">
                <a16:creationId xmlns:a16="http://schemas.microsoft.com/office/drawing/2014/main" id="{36671591-4A11-2BF3-D644-7283799ECC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00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4">
            <a:extLst>
              <a:ext uri="{FF2B5EF4-FFF2-40B4-BE49-F238E27FC236}">
                <a16:creationId xmlns:a16="http://schemas.microsoft.com/office/drawing/2014/main" id="{0807A692-2FF4-0190-F11B-6C455510FF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88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5">
            <a:extLst>
              <a:ext uri="{FF2B5EF4-FFF2-40B4-BE49-F238E27FC236}">
                <a16:creationId xmlns:a16="http://schemas.microsoft.com/office/drawing/2014/main" id="{44141D4F-0095-B9C4-F686-8EAE148FE6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59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6">
            <a:extLst>
              <a:ext uri="{FF2B5EF4-FFF2-40B4-BE49-F238E27FC236}">
                <a16:creationId xmlns:a16="http://schemas.microsoft.com/office/drawing/2014/main" id="{325E9C40-9472-CE6E-8216-8AECA3DC45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76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7">
            <a:extLst>
              <a:ext uri="{FF2B5EF4-FFF2-40B4-BE49-F238E27FC236}">
                <a16:creationId xmlns:a16="http://schemas.microsoft.com/office/drawing/2014/main" id="{C891CA8A-C9BD-7FCD-40F3-D4C7006713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217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8">
            <a:extLst>
              <a:ext uri="{FF2B5EF4-FFF2-40B4-BE49-F238E27FC236}">
                <a16:creationId xmlns:a16="http://schemas.microsoft.com/office/drawing/2014/main" id="{8C5F46AD-57B8-10FB-BC49-3E2C811134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07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39">
            <a:extLst>
              <a:ext uri="{FF2B5EF4-FFF2-40B4-BE49-F238E27FC236}">
                <a16:creationId xmlns:a16="http://schemas.microsoft.com/office/drawing/2014/main" id="{51FEFB7F-7BCC-C743-CBBF-E3F103D6FB0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64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0">
            <a:extLst>
              <a:ext uri="{FF2B5EF4-FFF2-40B4-BE49-F238E27FC236}">
                <a16:creationId xmlns:a16="http://schemas.microsoft.com/office/drawing/2014/main" id="{D4A78796-ACC3-E1A4-054E-0368C8E531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795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1">
            <a:extLst>
              <a:ext uri="{FF2B5EF4-FFF2-40B4-BE49-F238E27FC236}">
                <a16:creationId xmlns:a16="http://schemas.microsoft.com/office/drawing/2014/main" id="{FBCCB0E1-C0A3-98FF-F47C-EDFD0B0248E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54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2">
            <a:extLst>
              <a:ext uri="{FF2B5EF4-FFF2-40B4-BE49-F238E27FC236}">
                <a16:creationId xmlns:a16="http://schemas.microsoft.com/office/drawing/2014/main" id="{7E870953-D3BD-3277-C225-4C66B98803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03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3">
            <a:extLst>
              <a:ext uri="{FF2B5EF4-FFF2-40B4-BE49-F238E27FC236}">
                <a16:creationId xmlns:a16="http://schemas.microsoft.com/office/drawing/2014/main" id="{4971C95E-8047-2283-FB21-666A937D90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66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4">
            <a:extLst>
              <a:ext uri="{FF2B5EF4-FFF2-40B4-BE49-F238E27FC236}">
                <a16:creationId xmlns:a16="http://schemas.microsoft.com/office/drawing/2014/main" id="{F6BB1D0A-3BF0-1BE0-A9EF-9F23BEC4A9B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91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5">
            <a:extLst>
              <a:ext uri="{FF2B5EF4-FFF2-40B4-BE49-F238E27FC236}">
                <a16:creationId xmlns:a16="http://schemas.microsoft.com/office/drawing/2014/main" id="{2A84C93D-F657-0FA4-5EC6-62400311C9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623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6">
            <a:extLst>
              <a:ext uri="{FF2B5EF4-FFF2-40B4-BE49-F238E27FC236}">
                <a16:creationId xmlns:a16="http://schemas.microsoft.com/office/drawing/2014/main" id="{56FE9A8E-FCCD-FB80-BBC3-3134FF4C482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02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7">
            <a:extLst>
              <a:ext uri="{FF2B5EF4-FFF2-40B4-BE49-F238E27FC236}">
                <a16:creationId xmlns:a16="http://schemas.microsoft.com/office/drawing/2014/main" id="{1A812E01-FB9A-CB8B-2920-AF74E3D4932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13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8">
            <a:extLst>
              <a:ext uri="{FF2B5EF4-FFF2-40B4-BE49-F238E27FC236}">
                <a16:creationId xmlns:a16="http://schemas.microsoft.com/office/drawing/2014/main" id="{3253872F-5830-9F4B-6E13-F76B182D93B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969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49">
            <a:extLst>
              <a:ext uri="{FF2B5EF4-FFF2-40B4-BE49-F238E27FC236}">
                <a16:creationId xmlns:a16="http://schemas.microsoft.com/office/drawing/2014/main" id="{EDCD2AB8-9981-6ABA-EA80-9C93A5361CB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536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0">
            <a:extLst>
              <a:ext uri="{FF2B5EF4-FFF2-40B4-BE49-F238E27FC236}">
                <a16:creationId xmlns:a16="http://schemas.microsoft.com/office/drawing/2014/main" id="{7A665594-C1CF-CB91-117D-0D7551F8C93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02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1">
            <a:extLst>
              <a:ext uri="{FF2B5EF4-FFF2-40B4-BE49-F238E27FC236}">
                <a16:creationId xmlns:a16="http://schemas.microsoft.com/office/drawing/2014/main" id="{4B8D0464-C0C9-161F-B0F7-ACA0A8BBA4B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094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2">
            <a:extLst>
              <a:ext uri="{FF2B5EF4-FFF2-40B4-BE49-F238E27FC236}">
                <a16:creationId xmlns:a16="http://schemas.microsoft.com/office/drawing/2014/main" id="{F25D94D4-7A6A-A159-8B45-950E9B8625A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038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3">
            <a:extLst>
              <a:ext uri="{FF2B5EF4-FFF2-40B4-BE49-F238E27FC236}">
                <a16:creationId xmlns:a16="http://schemas.microsoft.com/office/drawing/2014/main" id="{13AB64C1-E0B6-4FB2-E688-AC2227CD3C0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402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4">
            <a:extLst>
              <a:ext uri="{FF2B5EF4-FFF2-40B4-BE49-F238E27FC236}">
                <a16:creationId xmlns:a16="http://schemas.microsoft.com/office/drawing/2014/main" id="{96EFC3D7-F51D-26F6-CCD1-ECBE50EEA6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103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5">
            <a:extLst>
              <a:ext uri="{FF2B5EF4-FFF2-40B4-BE49-F238E27FC236}">
                <a16:creationId xmlns:a16="http://schemas.microsoft.com/office/drawing/2014/main" id="{78804DE6-7933-2977-B7C2-2C90071F23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972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6">
            <a:extLst>
              <a:ext uri="{FF2B5EF4-FFF2-40B4-BE49-F238E27FC236}">
                <a16:creationId xmlns:a16="http://schemas.microsoft.com/office/drawing/2014/main" id="{86B751E8-8A50-F109-BCB6-F0468EFB1E5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289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7">
            <a:extLst>
              <a:ext uri="{FF2B5EF4-FFF2-40B4-BE49-F238E27FC236}">
                <a16:creationId xmlns:a16="http://schemas.microsoft.com/office/drawing/2014/main" id="{3969277A-E49B-8CC9-CD55-8573D260E6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61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8">
            <a:extLst>
              <a:ext uri="{FF2B5EF4-FFF2-40B4-BE49-F238E27FC236}">
                <a16:creationId xmlns:a16="http://schemas.microsoft.com/office/drawing/2014/main" id="{9D3641EE-C0D7-1E30-A5D9-839F7580F62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734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59">
            <a:extLst>
              <a:ext uri="{FF2B5EF4-FFF2-40B4-BE49-F238E27FC236}">
                <a16:creationId xmlns:a16="http://schemas.microsoft.com/office/drawing/2014/main" id="{F36B9C16-8F59-6AA2-4D4E-C0568F86C9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168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0">
            <a:extLst>
              <a:ext uri="{FF2B5EF4-FFF2-40B4-BE49-F238E27FC236}">
                <a16:creationId xmlns:a16="http://schemas.microsoft.com/office/drawing/2014/main" id="{2BD3686F-73B1-AAE8-3734-821868988EE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62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1">
            <a:extLst>
              <a:ext uri="{FF2B5EF4-FFF2-40B4-BE49-F238E27FC236}">
                <a16:creationId xmlns:a16="http://schemas.microsoft.com/office/drawing/2014/main" id="{D5F4F4EB-CC21-667A-6E0F-5B62ABDB41E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356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2">
            <a:extLst>
              <a:ext uri="{FF2B5EF4-FFF2-40B4-BE49-F238E27FC236}">
                <a16:creationId xmlns:a16="http://schemas.microsoft.com/office/drawing/2014/main" id="{3297B861-A76B-D39B-EE9B-BE7CC98CFE4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795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3">
            <a:extLst>
              <a:ext uri="{FF2B5EF4-FFF2-40B4-BE49-F238E27FC236}">
                <a16:creationId xmlns:a16="http://schemas.microsoft.com/office/drawing/2014/main" id="{2BFC6C0E-CCC6-04A4-208C-EAB8159FE5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30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4">
            <a:extLst>
              <a:ext uri="{FF2B5EF4-FFF2-40B4-BE49-F238E27FC236}">
                <a16:creationId xmlns:a16="http://schemas.microsoft.com/office/drawing/2014/main" id="{5598C8AD-18F1-8D20-7F47-7734031DF39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137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5">
            <a:extLst>
              <a:ext uri="{FF2B5EF4-FFF2-40B4-BE49-F238E27FC236}">
                <a16:creationId xmlns:a16="http://schemas.microsoft.com/office/drawing/2014/main" id="{455EB405-82F4-7878-7F21-BB2A19BA8F2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084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6">
            <a:extLst>
              <a:ext uri="{FF2B5EF4-FFF2-40B4-BE49-F238E27FC236}">
                <a16:creationId xmlns:a16="http://schemas.microsoft.com/office/drawing/2014/main" id="{3E7F4347-7B19-A930-2C17-395F75BB0A4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920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7">
            <a:extLst>
              <a:ext uri="{FF2B5EF4-FFF2-40B4-BE49-F238E27FC236}">
                <a16:creationId xmlns:a16="http://schemas.microsoft.com/office/drawing/2014/main" id="{0D139D15-9E4C-DFBB-3930-5528D5B909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5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8">
            <a:extLst>
              <a:ext uri="{FF2B5EF4-FFF2-40B4-BE49-F238E27FC236}">
                <a16:creationId xmlns:a16="http://schemas.microsoft.com/office/drawing/2014/main" id="{EA0A6DFA-3EB0-FE19-8F42-37D68E798A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258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69">
            <a:extLst>
              <a:ext uri="{FF2B5EF4-FFF2-40B4-BE49-F238E27FC236}">
                <a16:creationId xmlns:a16="http://schemas.microsoft.com/office/drawing/2014/main" id="{08CC7649-3F6C-563A-F33D-87F072B48E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759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0">
            <a:extLst>
              <a:ext uri="{FF2B5EF4-FFF2-40B4-BE49-F238E27FC236}">
                <a16:creationId xmlns:a16="http://schemas.microsoft.com/office/drawing/2014/main" id="{B55B2F62-67A6-D8E8-A8AE-88FF670DFB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01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1">
            <a:extLst>
              <a:ext uri="{FF2B5EF4-FFF2-40B4-BE49-F238E27FC236}">
                <a16:creationId xmlns:a16="http://schemas.microsoft.com/office/drawing/2014/main" id="{A295ED50-EAC4-BBDC-DA2A-568A518E6D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663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2">
            <a:extLst>
              <a:ext uri="{FF2B5EF4-FFF2-40B4-BE49-F238E27FC236}">
                <a16:creationId xmlns:a16="http://schemas.microsoft.com/office/drawing/2014/main" id="{9B3AF80B-13A7-6D71-1298-8D00906BAD2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919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3">
            <a:extLst>
              <a:ext uri="{FF2B5EF4-FFF2-40B4-BE49-F238E27FC236}">
                <a16:creationId xmlns:a16="http://schemas.microsoft.com/office/drawing/2014/main" id="{560F134C-B7C1-E2E6-8EF0-BCFAC940DD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258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4">
            <a:extLst>
              <a:ext uri="{FF2B5EF4-FFF2-40B4-BE49-F238E27FC236}">
                <a16:creationId xmlns:a16="http://schemas.microsoft.com/office/drawing/2014/main" id="{B953F15F-A089-93DF-379A-E9FF93A66A2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190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5">
            <a:extLst>
              <a:ext uri="{FF2B5EF4-FFF2-40B4-BE49-F238E27FC236}">
                <a16:creationId xmlns:a16="http://schemas.microsoft.com/office/drawing/2014/main" id="{5227F070-66A6-282F-CB76-18953C617B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186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6">
            <a:extLst>
              <a:ext uri="{FF2B5EF4-FFF2-40B4-BE49-F238E27FC236}">
                <a16:creationId xmlns:a16="http://schemas.microsoft.com/office/drawing/2014/main" id="{1CF2E764-E7E7-2042-644B-75EF9391C1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56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7">
            <a:extLst>
              <a:ext uri="{FF2B5EF4-FFF2-40B4-BE49-F238E27FC236}">
                <a16:creationId xmlns:a16="http://schemas.microsoft.com/office/drawing/2014/main" id="{23B9B067-745C-F137-39C8-5AB1F91CE7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728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8">
            <a:extLst>
              <a:ext uri="{FF2B5EF4-FFF2-40B4-BE49-F238E27FC236}">
                <a16:creationId xmlns:a16="http://schemas.microsoft.com/office/drawing/2014/main" id="{AFA624E9-0739-517B-EFE1-6D1820EA68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396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79">
            <a:extLst>
              <a:ext uri="{FF2B5EF4-FFF2-40B4-BE49-F238E27FC236}">
                <a16:creationId xmlns:a16="http://schemas.microsoft.com/office/drawing/2014/main" id="{A005786D-72BC-A65E-D9B3-15E16EE48F5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493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0">
            <a:extLst>
              <a:ext uri="{FF2B5EF4-FFF2-40B4-BE49-F238E27FC236}">
                <a16:creationId xmlns:a16="http://schemas.microsoft.com/office/drawing/2014/main" id="{605636CC-48D4-D7AF-8574-7728DE09FB2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227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1">
            <a:extLst>
              <a:ext uri="{FF2B5EF4-FFF2-40B4-BE49-F238E27FC236}">
                <a16:creationId xmlns:a16="http://schemas.microsoft.com/office/drawing/2014/main" id="{28CDF5DA-3FC9-52F1-0A45-4D9411897F2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350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2">
            <a:extLst>
              <a:ext uri="{FF2B5EF4-FFF2-40B4-BE49-F238E27FC236}">
                <a16:creationId xmlns:a16="http://schemas.microsoft.com/office/drawing/2014/main" id="{82448871-7D5C-C8D5-A09F-C14D007397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896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3">
            <a:extLst>
              <a:ext uri="{FF2B5EF4-FFF2-40B4-BE49-F238E27FC236}">
                <a16:creationId xmlns:a16="http://schemas.microsoft.com/office/drawing/2014/main" id="{80DFE4CD-DB81-4A37-F8E6-EC98D18D99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585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4">
            <a:extLst>
              <a:ext uri="{FF2B5EF4-FFF2-40B4-BE49-F238E27FC236}">
                <a16:creationId xmlns:a16="http://schemas.microsoft.com/office/drawing/2014/main" id="{48ACA5F7-3F27-CFD0-BEAB-8937F415C2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412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5">
            <a:extLst>
              <a:ext uri="{FF2B5EF4-FFF2-40B4-BE49-F238E27FC236}">
                <a16:creationId xmlns:a16="http://schemas.microsoft.com/office/drawing/2014/main" id="{371CCB14-6F9D-5B8A-58E7-6379881CA0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7114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6">
            <a:extLst>
              <a:ext uri="{FF2B5EF4-FFF2-40B4-BE49-F238E27FC236}">
                <a16:creationId xmlns:a16="http://schemas.microsoft.com/office/drawing/2014/main" id="{CFFD2FDD-2D3D-27FE-C23B-F4F19F85D0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638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7">
            <a:extLst>
              <a:ext uri="{FF2B5EF4-FFF2-40B4-BE49-F238E27FC236}">
                <a16:creationId xmlns:a16="http://schemas.microsoft.com/office/drawing/2014/main" id="{247E3096-09E0-62D7-E7B7-E94F87DE2B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26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8">
            <a:extLst>
              <a:ext uri="{FF2B5EF4-FFF2-40B4-BE49-F238E27FC236}">
                <a16:creationId xmlns:a16="http://schemas.microsoft.com/office/drawing/2014/main" id="{BE14B7C5-2DE4-55C7-BD80-ACC458728EC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044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89">
            <a:extLst>
              <a:ext uri="{FF2B5EF4-FFF2-40B4-BE49-F238E27FC236}">
                <a16:creationId xmlns:a16="http://schemas.microsoft.com/office/drawing/2014/main" id="{DE12BCBE-3AA9-7F1F-9434-158253999D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835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0">
            <a:extLst>
              <a:ext uri="{FF2B5EF4-FFF2-40B4-BE49-F238E27FC236}">
                <a16:creationId xmlns:a16="http://schemas.microsoft.com/office/drawing/2014/main" id="{9E95A610-A303-270F-F9E0-6B0D1E54021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368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1">
            <a:extLst>
              <a:ext uri="{FF2B5EF4-FFF2-40B4-BE49-F238E27FC236}">
                <a16:creationId xmlns:a16="http://schemas.microsoft.com/office/drawing/2014/main" id="{DD5C0635-C392-32AE-2D45-0D3DBE86D5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912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2">
            <a:extLst>
              <a:ext uri="{FF2B5EF4-FFF2-40B4-BE49-F238E27FC236}">
                <a16:creationId xmlns:a16="http://schemas.microsoft.com/office/drawing/2014/main" id="{9DE2E99B-7769-BBB7-8CAD-BF504D53F7A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0402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3">
            <a:extLst>
              <a:ext uri="{FF2B5EF4-FFF2-40B4-BE49-F238E27FC236}">
                <a16:creationId xmlns:a16="http://schemas.microsoft.com/office/drawing/2014/main" id="{523EEC83-3370-8031-773C-67965573F2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677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4">
            <a:extLst>
              <a:ext uri="{FF2B5EF4-FFF2-40B4-BE49-F238E27FC236}">
                <a16:creationId xmlns:a16="http://schemas.microsoft.com/office/drawing/2014/main" id="{F874B858-F533-B5B7-ED6C-FB77BD3951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899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5">
            <a:extLst>
              <a:ext uri="{FF2B5EF4-FFF2-40B4-BE49-F238E27FC236}">
                <a16:creationId xmlns:a16="http://schemas.microsoft.com/office/drawing/2014/main" id="{62AA4F0F-6BEF-8452-FFFD-A02BCDA6808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755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6">
            <a:extLst>
              <a:ext uri="{FF2B5EF4-FFF2-40B4-BE49-F238E27FC236}">
                <a16:creationId xmlns:a16="http://schemas.microsoft.com/office/drawing/2014/main" id="{4D4EB71C-CEE9-0ECD-8916-9DAFA0D7A5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3909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7">
            <a:extLst>
              <a:ext uri="{FF2B5EF4-FFF2-40B4-BE49-F238E27FC236}">
                <a16:creationId xmlns:a16="http://schemas.microsoft.com/office/drawing/2014/main" id="{D63900EB-417F-D320-B9D2-95054D7440D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6182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8">
            <a:extLst>
              <a:ext uri="{FF2B5EF4-FFF2-40B4-BE49-F238E27FC236}">
                <a16:creationId xmlns:a16="http://schemas.microsoft.com/office/drawing/2014/main" id="{B403F445-2284-C037-C7F8-FEF25A00DB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932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99">
            <a:extLst>
              <a:ext uri="{FF2B5EF4-FFF2-40B4-BE49-F238E27FC236}">
                <a16:creationId xmlns:a16="http://schemas.microsoft.com/office/drawing/2014/main" id="{C30FA837-BF19-3648-64D5-FB077E191E4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2857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0">
            <a:extLst>
              <a:ext uri="{FF2B5EF4-FFF2-40B4-BE49-F238E27FC236}">
                <a16:creationId xmlns:a16="http://schemas.microsoft.com/office/drawing/2014/main" id="{CFF26404-DE32-5F7A-A06A-B0E13F50D5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636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1">
            <a:extLst>
              <a:ext uri="{FF2B5EF4-FFF2-40B4-BE49-F238E27FC236}">
                <a16:creationId xmlns:a16="http://schemas.microsoft.com/office/drawing/2014/main" id="{3FB8ADCF-AAD7-9A1D-AC66-49382BAEF7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8808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2">
            <a:extLst>
              <a:ext uri="{FF2B5EF4-FFF2-40B4-BE49-F238E27FC236}">
                <a16:creationId xmlns:a16="http://schemas.microsoft.com/office/drawing/2014/main" id="{A16137B9-CDB2-19C1-BC74-1AC8F3A0A6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750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3">
            <a:extLst>
              <a:ext uri="{FF2B5EF4-FFF2-40B4-BE49-F238E27FC236}">
                <a16:creationId xmlns:a16="http://schemas.microsoft.com/office/drawing/2014/main" id="{185197F2-7F2B-343A-787A-245E6C1EDE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72797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4">
            <a:extLst>
              <a:ext uri="{FF2B5EF4-FFF2-40B4-BE49-F238E27FC236}">
                <a16:creationId xmlns:a16="http://schemas.microsoft.com/office/drawing/2014/main" id="{6CE77953-EC6D-F4B6-0F27-28085960DCE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330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5">
            <a:extLst>
              <a:ext uri="{FF2B5EF4-FFF2-40B4-BE49-F238E27FC236}">
                <a16:creationId xmlns:a16="http://schemas.microsoft.com/office/drawing/2014/main" id="{09E1C7D5-0B19-B361-2F60-54D160734D8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4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6">
            <a:extLst>
              <a:ext uri="{FF2B5EF4-FFF2-40B4-BE49-F238E27FC236}">
                <a16:creationId xmlns:a16="http://schemas.microsoft.com/office/drawing/2014/main" id="{DDEF087A-542D-51BF-C614-2CE048C00E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223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7">
            <a:extLst>
              <a:ext uri="{FF2B5EF4-FFF2-40B4-BE49-F238E27FC236}">
                <a16:creationId xmlns:a16="http://schemas.microsoft.com/office/drawing/2014/main" id="{D53C8AD8-12BA-97C7-C3BB-B4751929505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6618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8">
            <a:extLst>
              <a:ext uri="{FF2B5EF4-FFF2-40B4-BE49-F238E27FC236}">
                <a16:creationId xmlns:a16="http://schemas.microsoft.com/office/drawing/2014/main" id="{AC716069-8536-127A-66FA-F37E591D63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0083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09">
            <a:extLst>
              <a:ext uri="{FF2B5EF4-FFF2-40B4-BE49-F238E27FC236}">
                <a16:creationId xmlns:a16="http://schemas.microsoft.com/office/drawing/2014/main" id="{B62E168A-48FB-6EA8-FA3E-F925AA87CB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4380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0">
            <a:extLst>
              <a:ext uri="{FF2B5EF4-FFF2-40B4-BE49-F238E27FC236}">
                <a16:creationId xmlns:a16="http://schemas.microsoft.com/office/drawing/2014/main" id="{1CBF3054-F277-93AD-A9E5-0562AEEE157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0869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1">
            <a:extLst>
              <a:ext uri="{FF2B5EF4-FFF2-40B4-BE49-F238E27FC236}">
                <a16:creationId xmlns:a16="http://schemas.microsoft.com/office/drawing/2014/main" id="{0E85FEB3-F5C6-6434-8BA3-E8E97677213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433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2">
            <a:extLst>
              <a:ext uri="{FF2B5EF4-FFF2-40B4-BE49-F238E27FC236}">
                <a16:creationId xmlns:a16="http://schemas.microsoft.com/office/drawing/2014/main" id="{8BB4DBEE-976C-9714-5E87-2EB29D7EDE2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9713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3">
            <a:extLst>
              <a:ext uri="{FF2B5EF4-FFF2-40B4-BE49-F238E27FC236}">
                <a16:creationId xmlns:a16="http://schemas.microsoft.com/office/drawing/2014/main" id="{705E7A7C-B179-553F-1C4E-3841595F1A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848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4">
            <a:extLst>
              <a:ext uri="{FF2B5EF4-FFF2-40B4-BE49-F238E27FC236}">
                <a16:creationId xmlns:a16="http://schemas.microsoft.com/office/drawing/2014/main" id="{C571A1D6-FD54-4329-3342-38648CD64DC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538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5">
            <a:extLst>
              <a:ext uri="{FF2B5EF4-FFF2-40B4-BE49-F238E27FC236}">
                <a16:creationId xmlns:a16="http://schemas.microsoft.com/office/drawing/2014/main" id="{D119C889-64C4-7F28-0C52-288CD0EC49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1974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6">
            <a:extLst>
              <a:ext uri="{FF2B5EF4-FFF2-40B4-BE49-F238E27FC236}">
                <a16:creationId xmlns:a16="http://schemas.microsoft.com/office/drawing/2014/main" id="{33DF0168-E7F6-1C5A-D1D2-014BE46241E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2348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7">
            <a:extLst>
              <a:ext uri="{FF2B5EF4-FFF2-40B4-BE49-F238E27FC236}">
                <a16:creationId xmlns:a16="http://schemas.microsoft.com/office/drawing/2014/main" id="{CA0FBE88-E98C-FD20-5315-650BC11835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5634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8">
            <a:extLst>
              <a:ext uri="{FF2B5EF4-FFF2-40B4-BE49-F238E27FC236}">
                <a16:creationId xmlns:a16="http://schemas.microsoft.com/office/drawing/2014/main" id="{43CE93CC-362A-0CE0-AF85-4754D169C86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399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19">
            <a:extLst>
              <a:ext uri="{FF2B5EF4-FFF2-40B4-BE49-F238E27FC236}">
                <a16:creationId xmlns:a16="http://schemas.microsoft.com/office/drawing/2014/main" id="{19CC10E9-FC2B-57AE-48E8-3D6DDB2E80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6973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0">
            <a:extLst>
              <a:ext uri="{FF2B5EF4-FFF2-40B4-BE49-F238E27FC236}">
                <a16:creationId xmlns:a16="http://schemas.microsoft.com/office/drawing/2014/main" id="{63C156EE-EDFA-02FD-9E89-8009A85E9C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5105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1">
            <a:extLst>
              <a:ext uri="{FF2B5EF4-FFF2-40B4-BE49-F238E27FC236}">
                <a16:creationId xmlns:a16="http://schemas.microsoft.com/office/drawing/2014/main" id="{CE2C2050-7C15-7137-3A3E-4DD5C0A2C3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0914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2">
            <a:extLst>
              <a:ext uri="{FF2B5EF4-FFF2-40B4-BE49-F238E27FC236}">
                <a16:creationId xmlns:a16="http://schemas.microsoft.com/office/drawing/2014/main" id="{463F6C51-7A0B-210A-C862-41FB43D5887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360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3">
            <a:extLst>
              <a:ext uri="{FF2B5EF4-FFF2-40B4-BE49-F238E27FC236}">
                <a16:creationId xmlns:a16="http://schemas.microsoft.com/office/drawing/2014/main" id="{51A37502-CD10-08E8-E755-18A6E36108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049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4">
            <a:extLst>
              <a:ext uri="{FF2B5EF4-FFF2-40B4-BE49-F238E27FC236}">
                <a16:creationId xmlns:a16="http://schemas.microsoft.com/office/drawing/2014/main" id="{46836EE5-A490-D88D-263D-5E2EAC8591E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7990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5">
            <a:extLst>
              <a:ext uri="{FF2B5EF4-FFF2-40B4-BE49-F238E27FC236}">
                <a16:creationId xmlns:a16="http://schemas.microsoft.com/office/drawing/2014/main" id="{5FEBE2B4-E997-223E-FB63-8DBB363D6B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5210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6">
            <a:extLst>
              <a:ext uri="{FF2B5EF4-FFF2-40B4-BE49-F238E27FC236}">
                <a16:creationId xmlns:a16="http://schemas.microsoft.com/office/drawing/2014/main" id="{39C84EE5-4853-648A-100B-ED9D87E793A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652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7">
            <a:extLst>
              <a:ext uri="{FF2B5EF4-FFF2-40B4-BE49-F238E27FC236}">
                <a16:creationId xmlns:a16="http://schemas.microsoft.com/office/drawing/2014/main" id="{DAD3D85A-07EA-2481-377B-D8357D08BC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5200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8">
            <a:extLst>
              <a:ext uri="{FF2B5EF4-FFF2-40B4-BE49-F238E27FC236}">
                <a16:creationId xmlns:a16="http://schemas.microsoft.com/office/drawing/2014/main" id="{BDEFA34B-2FE1-3B16-F977-A3FE38E6ED9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813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29">
            <a:extLst>
              <a:ext uri="{FF2B5EF4-FFF2-40B4-BE49-F238E27FC236}">
                <a16:creationId xmlns:a16="http://schemas.microsoft.com/office/drawing/2014/main" id="{A71EAF50-BD34-A348-F60D-21FCD70C5B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3344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0">
            <a:extLst>
              <a:ext uri="{FF2B5EF4-FFF2-40B4-BE49-F238E27FC236}">
                <a16:creationId xmlns:a16="http://schemas.microsoft.com/office/drawing/2014/main" id="{E610E866-F24C-FAA7-15F3-82421A9DB4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6883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1">
            <a:extLst>
              <a:ext uri="{FF2B5EF4-FFF2-40B4-BE49-F238E27FC236}">
                <a16:creationId xmlns:a16="http://schemas.microsoft.com/office/drawing/2014/main" id="{C00E7F5F-A49E-67CE-13DC-CB58B3EC939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7907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2">
            <a:extLst>
              <a:ext uri="{FF2B5EF4-FFF2-40B4-BE49-F238E27FC236}">
                <a16:creationId xmlns:a16="http://schemas.microsoft.com/office/drawing/2014/main" id="{03E6DE93-5B0F-E250-3764-F879E5D1EE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195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3">
            <a:extLst>
              <a:ext uri="{FF2B5EF4-FFF2-40B4-BE49-F238E27FC236}">
                <a16:creationId xmlns:a16="http://schemas.microsoft.com/office/drawing/2014/main" id="{D9D974BD-3539-CC63-C26A-0FE5A7846C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1048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4">
            <a:extLst>
              <a:ext uri="{FF2B5EF4-FFF2-40B4-BE49-F238E27FC236}">
                <a16:creationId xmlns:a16="http://schemas.microsoft.com/office/drawing/2014/main" id="{61DF1310-BBC1-0147-7CEB-456A72F7FD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5892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5">
            <a:extLst>
              <a:ext uri="{FF2B5EF4-FFF2-40B4-BE49-F238E27FC236}">
                <a16:creationId xmlns:a16="http://schemas.microsoft.com/office/drawing/2014/main" id="{B02CF7E6-06AB-A835-AABC-C7E7BA22D9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7992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6">
            <a:extLst>
              <a:ext uri="{FF2B5EF4-FFF2-40B4-BE49-F238E27FC236}">
                <a16:creationId xmlns:a16="http://schemas.microsoft.com/office/drawing/2014/main" id="{B5971A99-91EA-9ECE-6D51-B5EC5D82776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4912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7">
            <a:extLst>
              <a:ext uri="{FF2B5EF4-FFF2-40B4-BE49-F238E27FC236}">
                <a16:creationId xmlns:a16="http://schemas.microsoft.com/office/drawing/2014/main" id="{CC205249-4821-9271-1100-34686E5E448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956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8">
            <a:extLst>
              <a:ext uri="{FF2B5EF4-FFF2-40B4-BE49-F238E27FC236}">
                <a16:creationId xmlns:a16="http://schemas.microsoft.com/office/drawing/2014/main" id="{DA12A25B-7188-5E01-88B1-062B42306B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7366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39">
            <a:extLst>
              <a:ext uri="{FF2B5EF4-FFF2-40B4-BE49-F238E27FC236}">
                <a16:creationId xmlns:a16="http://schemas.microsoft.com/office/drawing/2014/main" id="{419B9655-6391-9CA2-5890-4C2C424BFAA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4517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0">
            <a:extLst>
              <a:ext uri="{FF2B5EF4-FFF2-40B4-BE49-F238E27FC236}">
                <a16:creationId xmlns:a16="http://schemas.microsoft.com/office/drawing/2014/main" id="{E5496CEF-EA3F-342E-7F78-5F2AD4F630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8280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1">
            <a:extLst>
              <a:ext uri="{FF2B5EF4-FFF2-40B4-BE49-F238E27FC236}">
                <a16:creationId xmlns:a16="http://schemas.microsoft.com/office/drawing/2014/main" id="{65D67667-8C13-07C9-A644-73E9001DB26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1407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2">
            <a:extLst>
              <a:ext uri="{FF2B5EF4-FFF2-40B4-BE49-F238E27FC236}">
                <a16:creationId xmlns:a16="http://schemas.microsoft.com/office/drawing/2014/main" id="{A504D582-1CD2-16D8-2655-A479F659DE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2006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3">
            <a:extLst>
              <a:ext uri="{FF2B5EF4-FFF2-40B4-BE49-F238E27FC236}">
                <a16:creationId xmlns:a16="http://schemas.microsoft.com/office/drawing/2014/main" id="{BAAE823A-B1A8-6AAD-F7A2-2796E6B5BFB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51558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4">
            <a:extLst>
              <a:ext uri="{FF2B5EF4-FFF2-40B4-BE49-F238E27FC236}">
                <a16:creationId xmlns:a16="http://schemas.microsoft.com/office/drawing/2014/main" id="{E904D2BA-39EC-8F78-F1A4-7A134A823D4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35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5">
            <a:extLst>
              <a:ext uri="{FF2B5EF4-FFF2-40B4-BE49-F238E27FC236}">
                <a16:creationId xmlns:a16="http://schemas.microsoft.com/office/drawing/2014/main" id="{C557575F-899B-C34B-87A8-E9A34A71C7A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2049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6">
            <a:extLst>
              <a:ext uri="{FF2B5EF4-FFF2-40B4-BE49-F238E27FC236}">
                <a16:creationId xmlns:a16="http://schemas.microsoft.com/office/drawing/2014/main" id="{EECDDEE2-08EE-E304-95B1-B152418F08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617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7">
            <a:extLst>
              <a:ext uri="{FF2B5EF4-FFF2-40B4-BE49-F238E27FC236}">
                <a16:creationId xmlns:a16="http://schemas.microsoft.com/office/drawing/2014/main" id="{46AC35D9-749B-A724-417B-75AE4D3B64B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1579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8">
            <a:extLst>
              <a:ext uri="{FF2B5EF4-FFF2-40B4-BE49-F238E27FC236}">
                <a16:creationId xmlns:a16="http://schemas.microsoft.com/office/drawing/2014/main" id="{69FE7BC5-D4E7-5600-2D1D-BC6403DD5CE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545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49">
            <a:extLst>
              <a:ext uri="{FF2B5EF4-FFF2-40B4-BE49-F238E27FC236}">
                <a16:creationId xmlns:a16="http://schemas.microsoft.com/office/drawing/2014/main" id="{82AE707B-7B24-B286-8131-3826794E312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4445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0">
            <a:extLst>
              <a:ext uri="{FF2B5EF4-FFF2-40B4-BE49-F238E27FC236}">
                <a16:creationId xmlns:a16="http://schemas.microsoft.com/office/drawing/2014/main" id="{11E02CD8-7333-01FD-1C19-CBD48AD719F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4521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1">
            <a:extLst>
              <a:ext uri="{FF2B5EF4-FFF2-40B4-BE49-F238E27FC236}">
                <a16:creationId xmlns:a16="http://schemas.microsoft.com/office/drawing/2014/main" id="{AC2B287A-4D8A-4544-3216-50E1E8F2DE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2583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ide152">
            <a:extLst>
              <a:ext uri="{FF2B5EF4-FFF2-40B4-BE49-F238E27FC236}">
                <a16:creationId xmlns:a16="http://schemas.microsoft.com/office/drawing/2014/main" id="{C9832A63-C2FA-196D-5378-DAD22961144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9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singh parihar</dc:creator>
  <cp:lastModifiedBy>anil singh parihar</cp:lastModifiedBy>
  <cp:revision>1</cp:revision>
  <dcterms:created xsi:type="dcterms:W3CDTF">2025-04-15T17:52:43Z</dcterms:created>
  <dcterms:modified xsi:type="dcterms:W3CDTF">2025-04-15T17:53:52Z</dcterms:modified>
</cp:coreProperties>
</file>