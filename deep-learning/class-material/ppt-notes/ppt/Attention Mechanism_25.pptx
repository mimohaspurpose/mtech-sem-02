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350" r:id="rId95"/>
    <p:sldId id="351" r:id="rId96"/>
    <p:sldId id="352" r:id="rId97"/>
    <p:sldId id="353" r:id="rId98"/>
    <p:sldId id="354" r:id="rId99"/>
    <p:sldId id="355" r:id="rId100"/>
    <p:sldId id="356" r:id="rId101"/>
    <p:sldId id="357" r:id="rId102"/>
    <p:sldId id="358" r:id="rId103"/>
    <p:sldId id="359" r:id="rId104"/>
    <p:sldId id="360" r:id="rId105"/>
    <p:sldId id="361" r:id="rId106"/>
    <p:sldId id="362" r:id="rId107"/>
    <p:sldId id="363" r:id="rId108"/>
    <p:sldId id="364" r:id="rId109"/>
    <p:sldId id="365" r:id="rId110"/>
    <p:sldId id="366" r:id="rId111"/>
    <p:sldId id="367" r:id="rId112"/>
    <p:sldId id="368" r:id="rId113"/>
    <p:sldId id="369" r:id="rId114"/>
    <p:sldId id="370" r:id="rId115"/>
    <p:sldId id="371" r:id="rId116"/>
    <p:sldId id="372" r:id="rId117"/>
    <p:sldId id="373" r:id="rId118"/>
    <p:sldId id="374" r:id="rId119"/>
    <p:sldId id="375" r:id="rId120"/>
    <p:sldId id="376" r:id="rId121"/>
    <p:sldId id="377" r:id="rId122"/>
    <p:sldId id="378" r:id="rId123"/>
    <p:sldId id="379" r:id="rId124"/>
    <p:sldId id="380" r:id="rId125"/>
    <p:sldId id="381" r:id="rId126"/>
    <p:sldId id="382" r:id="rId127"/>
    <p:sldId id="383" r:id="rId128"/>
    <p:sldId id="384" r:id="rId129"/>
    <p:sldId id="385" r:id="rId130"/>
    <p:sldId id="386" r:id="rId131"/>
    <p:sldId id="387" r:id="rId132"/>
    <p:sldId id="388" r:id="rId133"/>
    <p:sldId id="389" r:id="rId134"/>
    <p:sldId id="390" r:id="rId135"/>
    <p:sldId id="391" r:id="rId136"/>
    <p:sldId id="392" r:id="rId137"/>
    <p:sldId id="393" r:id="rId138"/>
    <p:sldId id="394" r:id="rId139"/>
    <p:sldId id="395" r:id="rId140"/>
    <p:sldId id="396" r:id="rId141"/>
    <p:sldId id="397" r:id="rId142"/>
    <p:sldId id="398" r:id="rId143"/>
    <p:sldId id="399" r:id="rId144"/>
    <p:sldId id="400" r:id="rId145"/>
    <p:sldId id="401" r:id="rId146"/>
    <p:sldId id="402" r:id="rId147"/>
    <p:sldId id="403" r:id="rId148"/>
    <p:sldId id="404" r:id="rId149"/>
    <p:sldId id="405" r:id="rId150"/>
    <p:sldId id="406" r:id="rId151"/>
    <p:sldId id="407" r:id="rId152"/>
    <p:sldId id="408" r:id="rId153"/>
    <p:sldId id="409" r:id="rId154"/>
    <p:sldId id="410" r:id="rId155"/>
    <p:sldId id="411" r:id="rId156"/>
    <p:sldId id="412" r:id="rId157"/>
    <p:sldId id="413" r:id="rId158"/>
    <p:sldId id="414" r:id="rId159"/>
    <p:sldId id="415" r:id="rId160"/>
    <p:sldId id="416" r:id="rId161"/>
    <p:sldId id="417" r:id="rId162"/>
    <p:sldId id="418" r:id="rId163"/>
    <p:sldId id="419" r:id="rId164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732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slide" Target="slides/slide160.xml"/><Relationship Id="rId16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presProps" Target="presProps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59FE0-C5EF-9628-7F05-F31EC988D5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E45A62-3067-B5A6-5C34-29E1C0DBD2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3BD912-9BD4-3A26-1E76-1320F1051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E247F-291B-4457-B47D-E67B239BAADA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881AED-ED60-DF4B-E849-432F907F4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88A3F-3D37-5EBA-F52D-8DCA98391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E3F9-1102-4DB0-A3B5-EB419421CA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996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B1A4F-24F3-B72C-E494-B1D6C0E0F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FD70F-C1B9-82D1-D89B-51101BF60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CEBB5-B4DC-B6E8-B409-8EB330D7C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E247F-291B-4457-B47D-E67B239BAADA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9BADA-8E60-763C-5F6A-8EA7EC52D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E30CE-32F4-A8FA-E337-E8916A4B7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E3F9-1102-4DB0-A3B5-EB419421CA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0802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3A391-B673-0D2E-8610-25843851A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AF98FC-B1D1-720F-55CB-795AF5C36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182C8-3277-9649-ADB3-238250C3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E247F-291B-4457-B47D-E67B239BAADA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C119E-6F7C-6460-DD3C-27679F66A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AA057-A222-DB24-3300-BA28F96BC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E3F9-1102-4DB0-A3B5-EB419421CA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0900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DC9A2-52F4-1AB1-1C5B-CE5C6F543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ABD3F-086D-E318-6664-DE45D90341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21185C-D390-7A1D-DC3B-6C98A75FD8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A954C-E171-1B85-1BA5-8FFD21418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E247F-291B-4457-B47D-E67B239BAADA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90FA7-CF7A-99CA-F8C8-B152CB455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686028-D257-6D34-FE8A-A26ACA5CC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E3F9-1102-4DB0-A3B5-EB419421CA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4746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7E277-034F-3F51-4821-0F3D0EDEF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7625F7-5190-35DE-055F-2131AD9C36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686EE0-7FF6-A2D9-C973-9E6CDEDEE0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46B1E7-3ED7-ABB0-C240-68F7036CE0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F601BC-0334-D312-7B01-895DBB87CF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B32FDC-47F5-56B8-B495-231CF179F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E247F-291B-4457-B47D-E67B239BAADA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543F85-D071-B9C1-89F3-0B25C8399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A07A78-2BEF-9196-69B6-B1FD7390F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E3F9-1102-4DB0-A3B5-EB419421CA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7139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B1967-6253-8B1D-A9FB-B0F610683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6B446F-BFD2-82C4-2499-6501E0B57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E247F-291B-4457-B47D-E67B239BAADA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379EEC-A3A2-87B9-04DA-68F2A1814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F1D4D4-EBF4-509B-83F2-6AA80ADE5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E3F9-1102-4DB0-A3B5-EB419421CA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5590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231EE2-0D42-01FF-2ECF-8E1BEE8C7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E247F-291B-4457-B47D-E67B239BAADA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E5F62E-9045-B3D2-C694-35AD8C248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A25D9-C0ED-AB83-A36B-486344296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E3F9-1102-4DB0-A3B5-EB419421CA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5394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C2F0B-DC1D-BEB6-9EC2-09E478CC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1C229-DFA1-E65A-9AE7-F95BA1EFEE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0063AE-59C6-E5B6-157D-9CE458F74D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E12768-D680-186F-B136-4EBF742EF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E247F-291B-4457-B47D-E67B239BAADA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F6FFE5-9F17-F383-8232-EF014F44C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5C4018-254E-6F9B-4C51-6B2447449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E3F9-1102-4DB0-A3B5-EB419421CA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0463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975B8-ED9B-7270-3FB9-8D7BE4734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CFB486-5DAC-03B5-8EDA-FEAB28570C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07BE0F-D204-231A-19CA-577F147480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2411B8-81E2-27BE-A0C2-7621BA34D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E247F-291B-4457-B47D-E67B239BAADA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1D4981-1A0D-0AE4-7E3F-D0FABDF3E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DF7920-F006-FB7C-9A59-3859AF1DE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E3F9-1102-4DB0-A3B5-EB419421CA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2962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133E1-E9E3-E854-CBE4-4FFEE77F2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4D30F8-3DA5-55A4-9BB2-9A55C88E17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CF7D5-2E60-F63A-D1AF-E666842A0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E247F-291B-4457-B47D-E67B239BAADA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0AFDD-A80B-89F7-F491-9D08AF88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29E36-48E9-AE59-0763-160E9A468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E3F9-1102-4DB0-A3B5-EB419421CA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3308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D199E5-E891-3D62-C2D1-006AF0712B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633FD9-F2D9-9CBD-1BBA-E8C06D769A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8E8C2-9164-1211-2224-6CD266103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E247F-291B-4457-B47D-E67B239BAADA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A971B5-6CC2-28D6-FB4F-390961EF0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B15E1-F104-9F2A-4633-B4B2B352C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E3F9-1102-4DB0-A3B5-EB419421CA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11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60FB21-7EAF-97F1-6E9C-86C9CCEDA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246D52-4F25-64C3-55CB-C3998E091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02B93-A58B-2485-C422-EE18A0C436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AE247F-291B-4457-B47D-E67B239BAADA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FED70B-9CC0-A853-E573-AB5B41711F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8B803-5C4A-221B-3054-6E2222729F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11E3F9-1102-4DB0-A3B5-EB419421CA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68682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JP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JP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JPG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JPG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G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JPG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JPG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JPG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JPG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JPG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JPG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JPG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JPG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JPG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JPG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JPG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JPG"/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JPG"/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JPG"/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JPG"/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JPG"/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JPG"/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JPG"/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JPG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JPG"/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JPG"/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JPG"/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JPG"/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JPG"/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JPG"/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JPG"/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JPG"/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JPG"/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JPG"/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JPG"/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JPG"/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JPG"/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JPG"/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JPG"/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JPG"/><Relationship Id="rId1" Type="http://schemas.openxmlformats.org/officeDocument/2006/relationships/slideLayout" Target="../slideLayouts/slideLayout7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JPG"/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JPG"/><Relationship Id="rId1" Type="http://schemas.openxmlformats.org/officeDocument/2006/relationships/slideLayout" Target="../slideLayouts/slideLayout7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JPG"/><Relationship Id="rId1" Type="http://schemas.openxmlformats.org/officeDocument/2006/relationships/slideLayout" Target="../slideLayouts/slideLayout7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JPG"/><Relationship Id="rId1" Type="http://schemas.openxmlformats.org/officeDocument/2006/relationships/slideLayout" Target="../slideLayouts/slideLayout7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JPG"/><Relationship Id="rId1" Type="http://schemas.openxmlformats.org/officeDocument/2006/relationships/slideLayout" Target="../slideLayouts/slideLayout7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JPG"/><Relationship Id="rId1" Type="http://schemas.openxmlformats.org/officeDocument/2006/relationships/slideLayout" Target="../slideLayouts/slideLayout7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JPG"/><Relationship Id="rId1" Type="http://schemas.openxmlformats.org/officeDocument/2006/relationships/slideLayout" Target="../slideLayouts/slideLayout7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JPG"/><Relationship Id="rId1" Type="http://schemas.openxmlformats.org/officeDocument/2006/relationships/slideLayout" Target="../slideLayouts/slideLayout7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JPG"/><Relationship Id="rId1" Type="http://schemas.openxmlformats.org/officeDocument/2006/relationships/slideLayout" Target="../slideLayouts/slideLayout7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JPG"/><Relationship Id="rId1" Type="http://schemas.openxmlformats.org/officeDocument/2006/relationships/slideLayout" Target="../slideLayouts/slideLayout7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JPG"/><Relationship Id="rId1" Type="http://schemas.openxmlformats.org/officeDocument/2006/relationships/slideLayout" Target="../slideLayouts/slideLayout7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JPG"/><Relationship Id="rId1" Type="http://schemas.openxmlformats.org/officeDocument/2006/relationships/slideLayout" Target="../slideLayouts/slideLayout7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JPG"/><Relationship Id="rId1" Type="http://schemas.openxmlformats.org/officeDocument/2006/relationships/slideLayout" Target="../slideLayouts/slideLayout7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JPG"/><Relationship Id="rId1" Type="http://schemas.openxmlformats.org/officeDocument/2006/relationships/slideLayout" Target="../slideLayouts/slideLayout7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JPG"/><Relationship Id="rId1" Type="http://schemas.openxmlformats.org/officeDocument/2006/relationships/slideLayout" Target="../slideLayouts/slideLayout7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JPG"/><Relationship Id="rId1" Type="http://schemas.openxmlformats.org/officeDocument/2006/relationships/slideLayout" Target="../slideLayouts/slideLayout7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JPG"/><Relationship Id="rId1" Type="http://schemas.openxmlformats.org/officeDocument/2006/relationships/slideLayout" Target="../slideLayouts/slideLayout7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JPG"/><Relationship Id="rId1" Type="http://schemas.openxmlformats.org/officeDocument/2006/relationships/slideLayout" Target="../slideLayouts/slideLayout7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JPG"/><Relationship Id="rId1" Type="http://schemas.openxmlformats.org/officeDocument/2006/relationships/slideLayout" Target="../slideLayouts/slideLayout7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JPG"/><Relationship Id="rId1" Type="http://schemas.openxmlformats.org/officeDocument/2006/relationships/slideLayout" Target="../slideLayouts/slideLayout7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JPG"/><Relationship Id="rId1" Type="http://schemas.openxmlformats.org/officeDocument/2006/relationships/slideLayout" Target="../slideLayouts/slideLayout7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JPG"/><Relationship Id="rId1" Type="http://schemas.openxmlformats.org/officeDocument/2006/relationships/slideLayout" Target="../slideLayouts/slideLayout7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JPG"/><Relationship Id="rId1" Type="http://schemas.openxmlformats.org/officeDocument/2006/relationships/slideLayout" Target="../slideLayouts/slideLayout7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JPG"/><Relationship Id="rId1" Type="http://schemas.openxmlformats.org/officeDocument/2006/relationships/slideLayout" Target="../slideLayouts/slideLayout7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JPG"/><Relationship Id="rId1" Type="http://schemas.openxmlformats.org/officeDocument/2006/relationships/slideLayout" Target="../slideLayouts/slideLayout7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JPG"/><Relationship Id="rId1" Type="http://schemas.openxmlformats.org/officeDocument/2006/relationships/slideLayout" Target="../slideLayouts/slideLayout7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JPG"/><Relationship Id="rId1" Type="http://schemas.openxmlformats.org/officeDocument/2006/relationships/slideLayout" Target="../slideLayouts/slideLayout7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JPG"/><Relationship Id="rId1" Type="http://schemas.openxmlformats.org/officeDocument/2006/relationships/slideLayout" Target="../slideLayouts/slideLayout7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">
            <a:extLst>
              <a:ext uri="{FF2B5EF4-FFF2-40B4-BE49-F238E27FC236}">
                <a16:creationId xmlns:a16="http://schemas.microsoft.com/office/drawing/2014/main" id="{9168DA94-114D-F03A-C611-8F47D36335F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304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2">
            <a:extLst>
              <a:ext uri="{FF2B5EF4-FFF2-40B4-BE49-F238E27FC236}">
                <a16:creationId xmlns:a16="http://schemas.microsoft.com/office/drawing/2014/main" id="{6D5D2722-ECA3-329C-8078-34F73ECB5A3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827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3">
            <a:extLst>
              <a:ext uri="{FF2B5EF4-FFF2-40B4-BE49-F238E27FC236}">
                <a16:creationId xmlns:a16="http://schemas.microsoft.com/office/drawing/2014/main" id="{61A3F29D-E7AE-98CC-302E-B834A3FCA67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643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4">
            <a:extLst>
              <a:ext uri="{FF2B5EF4-FFF2-40B4-BE49-F238E27FC236}">
                <a16:creationId xmlns:a16="http://schemas.microsoft.com/office/drawing/2014/main" id="{37F2F625-1FB8-7F06-DDD1-1F9D3191CF7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762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5">
            <a:extLst>
              <a:ext uri="{FF2B5EF4-FFF2-40B4-BE49-F238E27FC236}">
                <a16:creationId xmlns:a16="http://schemas.microsoft.com/office/drawing/2014/main" id="{6C764737-966C-1424-2E9F-24D32931083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463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6">
            <a:extLst>
              <a:ext uri="{FF2B5EF4-FFF2-40B4-BE49-F238E27FC236}">
                <a16:creationId xmlns:a16="http://schemas.microsoft.com/office/drawing/2014/main" id="{2318AA66-1244-7735-C87B-E8E87362BB6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355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7">
            <a:extLst>
              <a:ext uri="{FF2B5EF4-FFF2-40B4-BE49-F238E27FC236}">
                <a16:creationId xmlns:a16="http://schemas.microsoft.com/office/drawing/2014/main" id="{131C8B1B-4440-4FBF-6DD3-279D56A347D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144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8">
            <a:extLst>
              <a:ext uri="{FF2B5EF4-FFF2-40B4-BE49-F238E27FC236}">
                <a16:creationId xmlns:a16="http://schemas.microsoft.com/office/drawing/2014/main" id="{5276A509-5AC0-2AC9-E74A-02524BA3A66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117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9">
            <a:extLst>
              <a:ext uri="{FF2B5EF4-FFF2-40B4-BE49-F238E27FC236}">
                <a16:creationId xmlns:a16="http://schemas.microsoft.com/office/drawing/2014/main" id="{A0DF3C3C-582E-E311-2F9A-FCD59E13F22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974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0">
            <a:extLst>
              <a:ext uri="{FF2B5EF4-FFF2-40B4-BE49-F238E27FC236}">
                <a16:creationId xmlns:a16="http://schemas.microsoft.com/office/drawing/2014/main" id="{5A5EED5B-4149-BF0A-C582-F8CAA733787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738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1">
            <a:extLst>
              <a:ext uri="{FF2B5EF4-FFF2-40B4-BE49-F238E27FC236}">
                <a16:creationId xmlns:a16="http://schemas.microsoft.com/office/drawing/2014/main" id="{C8560F03-F4C0-AD26-17B6-B883D25959C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0520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2">
            <a:extLst>
              <a:ext uri="{FF2B5EF4-FFF2-40B4-BE49-F238E27FC236}">
                <a16:creationId xmlns:a16="http://schemas.microsoft.com/office/drawing/2014/main" id="{26562E34-F9B2-1BD5-75D5-09211A7A204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903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3">
            <a:extLst>
              <a:ext uri="{FF2B5EF4-FFF2-40B4-BE49-F238E27FC236}">
                <a16:creationId xmlns:a16="http://schemas.microsoft.com/office/drawing/2014/main" id="{DBB2A92F-1C3B-F36F-6E1A-6286311E022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602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4">
            <a:extLst>
              <a:ext uri="{FF2B5EF4-FFF2-40B4-BE49-F238E27FC236}">
                <a16:creationId xmlns:a16="http://schemas.microsoft.com/office/drawing/2014/main" id="{8CA85197-D5CF-A95C-43E2-58B97FD1D7B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5210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5">
            <a:extLst>
              <a:ext uri="{FF2B5EF4-FFF2-40B4-BE49-F238E27FC236}">
                <a16:creationId xmlns:a16="http://schemas.microsoft.com/office/drawing/2014/main" id="{7DAEF508-740D-902D-CB78-D28F15860F9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884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6">
            <a:extLst>
              <a:ext uri="{FF2B5EF4-FFF2-40B4-BE49-F238E27FC236}">
                <a16:creationId xmlns:a16="http://schemas.microsoft.com/office/drawing/2014/main" id="{E4C7C546-F009-8AF7-E75A-C8AB4FF6934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9312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7">
            <a:extLst>
              <a:ext uri="{FF2B5EF4-FFF2-40B4-BE49-F238E27FC236}">
                <a16:creationId xmlns:a16="http://schemas.microsoft.com/office/drawing/2014/main" id="{38787E99-459F-0E1D-1398-3417F845E34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4222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8">
            <a:extLst>
              <a:ext uri="{FF2B5EF4-FFF2-40B4-BE49-F238E27FC236}">
                <a16:creationId xmlns:a16="http://schemas.microsoft.com/office/drawing/2014/main" id="{6D29FD72-061F-AFD2-2924-A3FF1BB2D70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174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9">
            <a:extLst>
              <a:ext uri="{FF2B5EF4-FFF2-40B4-BE49-F238E27FC236}">
                <a16:creationId xmlns:a16="http://schemas.microsoft.com/office/drawing/2014/main" id="{AD6871E7-7EA5-6CCD-F1F3-8594E3595F8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8580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20">
            <a:extLst>
              <a:ext uri="{FF2B5EF4-FFF2-40B4-BE49-F238E27FC236}">
                <a16:creationId xmlns:a16="http://schemas.microsoft.com/office/drawing/2014/main" id="{B916222C-8DA7-05B8-3B8D-B0063B46BD2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9555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21">
            <a:extLst>
              <a:ext uri="{FF2B5EF4-FFF2-40B4-BE49-F238E27FC236}">
                <a16:creationId xmlns:a16="http://schemas.microsoft.com/office/drawing/2014/main" id="{06F80B31-C7A4-4DB4-3212-7A6F0BE7096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5421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22">
            <a:extLst>
              <a:ext uri="{FF2B5EF4-FFF2-40B4-BE49-F238E27FC236}">
                <a16:creationId xmlns:a16="http://schemas.microsoft.com/office/drawing/2014/main" id="{3AB1ACD0-BE30-C2E7-9751-8F05534959E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4051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23">
            <a:extLst>
              <a:ext uri="{FF2B5EF4-FFF2-40B4-BE49-F238E27FC236}">
                <a16:creationId xmlns:a16="http://schemas.microsoft.com/office/drawing/2014/main" id="{B4067773-6495-6C81-F61A-FE74F543603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4541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24">
            <a:extLst>
              <a:ext uri="{FF2B5EF4-FFF2-40B4-BE49-F238E27FC236}">
                <a16:creationId xmlns:a16="http://schemas.microsoft.com/office/drawing/2014/main" id="{585AE18C-CD84-8F89-9532-1934F06CA6A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7885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25">
            <a:extLst>
              <a:ext uri="{FF2B5EF4-FFF2-40B4-BE49-F238E27FC236}">
                <a16:creationId xmlns:a16="http://schemas.microsoft.com/office/drawing/2014/main" id="{1AEF7CED-59A1-01EE-69F8-EEAADAFD495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9825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26">
            <a:extLst>
              <a:ext uri="{FF2B5EF4-FFF2-40B4-BE49-F238E27FC236}">
                <a16:creationId xmlns:a16="http://schemas.microsoft.com/office/drawing/2014/main" id="{73367302-16A9-942D-71C9-05DA6516077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0430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27">
            <a:extLst>
              <a:ext uri="{FF2B5EF4-FFF2-40B4-BE49-F238E27FC236}">
                <a16:creationId xmlns:a16="http://schemas.microsoft.com/office/drawing/2014/main" id="{770C88C6-93E9-2CB3-27E4-3FA120B7577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1028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28">
            <a:extLst>
              <a:ext uri="{FF2B5EF4-FFF2-40B4-BE49-F238E27FC236}">
                <a16:creationId xmlns:a16="http://schemas.microsoft.com/office/drawing/2014/main" id="{E4DBF0A0-B8EA-3836-1E8E-70BB0336525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2854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29">
            <a:extLst>
              <a:ext uri="{FF2B5EF4-FFF2-40B4-BE49-F238E27FC236}">
                <a16:creationId xmlns:a16="http://schemas.microsoft.com/office/drawing/2014/main" id="{2FE68795-DEDE-21EC-006B-D899B457ADF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0769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30">
            <a:extLst>
              <a:ext uri="{FF2B5EF4-FFF2-40B4-BE49-F238E27FC236}">
                <a16:creationId xmlns:a16="http://schemas.microsoft.com/office/drawing/2014/main" id="{673B0FA1-3AE6-3433-0823-3A8573845F7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3603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31">
            <a:extLst>
              <a:ext uri="{FF2B5EF4-FFF2-40B4-BE49-F238E27FC236}">
                <a16:creationId xmlns:a16="http://schemas.microsoft.com/office/drawing/2014/main" id="{B618E1DA-2F01-CDB1-2FCE-4A6E1A6835A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9751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32">
            <a:extLst>
              <a:ext uri="{FF2B5EF4-FFF2-40B4-BE49-F238E27FC236}">
                <a16:creationId xmlns:a16="http://schemas.microsoft.com/office/drawing/2014/main" id="{FE514BD5-8228-45C7-1872-A48E748BBFC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3610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33">
            <a:extLst>
              <a:ext uri="{FF2B5EF4-FFF2-40B4-BE49-F238E27FC236}">
                <a16:creationId xmlns:a16="http://schemas.microsoft.com/office/drawing/2014/main" id="{7EBBDB1A-5859-4033-39D6-FE7406FDC06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4028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34">
            <a:extLst>
              <a:ext uri="{FF2B5EF4-FFF2-40B4-BE49-F238E27FC236}">
                <a16:creationId xmlns:a16="http://schemas.microsoft.com/office/drawing/2014/main" id="{03DEAB6D-797A-12FC-E122-9E5C308A81D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2643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35">
            <a:extLst>
              <a:ext uri="{FF2B5EF4-FFF2-40B4-BE49-F238E27FC236}">
                <a16:creationId xmlns:a16="http://schemas.microsoft.com/office/drawing/2014/main" id="{1BA073C7-56E4-AE20-1A45-31A17069D53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962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36">
            <a:extLst>
              <a:ext uri="{FF2B5EF4-FFF2-40B4-BE49-F238E27FC236}">
                <a16:creationId xmlns:a16="http://schemas.microsoft.com/office/drawing/2014/main" id="{260A96A2-08E2-FC78-1AA7-CBEE76E86D0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1615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37">
            <a:extLst>
              <a:ext uri="{FF2B5EF4-FFF2-40B4-BE49-F238E27FC236}">
                <a16:creationId xmlns:a16="http://schemas.microsoft.com/office/drawing/2014/main" id="{842B9B0F-6E3C-2713-D14E-0581E370ADD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7295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38">
            <a:extLst>
              <a:ext uri="{FF2B5EF4-FFF2-40B4-BE49-F238E27FC236}">
                <a16:creationId xmlns:a16="http://schemas.microsoft.com/office/drawing/2014/main" id="{2289A973-AF74-FB3A-6AF8-2B1B2AAF833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9220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39">
            <a:extLst>
              <a:ext uri="{FF2B5EF4-FFF2-40B4-BE49-F238E27FC236}">
                <a16:creationId xmlns:a16="http://schemas.microsoft.com/office/drawing/2014/main" id="{585EC33C-AACA-8DB9-F9C0-8BA0BD4E654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3361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40">
            <a:extLst>
              <a:ext uri="{FF2B5EF4-FFF2-40B4-BE49-F238E27FC236}">
                <a16:creationId xmlns:a16="http://schemas.microsoft.com/office/drawing/2014/main" id="{9845F5D4-C663-3E43-51F4-81C8B5E34CE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9187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41">
            <a:extLst>
              <a:ext uri="{FF2B5EF4-FFF2-40B4-BE49-F238E27FC236}">
                <a16:creationId xmlns:a16="http://schemas.microsoft.com/office/drawing/2014/main" id="{D4FAB229-77CB-9A3F-67A8-4B6087997CF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295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42">
            <a:extLst>
              <a:ext uri="{FF2B5EF4-FFF2-40B4-BE49-F238E27FC236}">
                <a16:creationId xmlns:a16="http://schemas.microsoft.com/office/drawing/2014/main" id="{E1A1E74B-72AD-D9E2-7385-55F33E260AD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8640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43">
            <a:extLst>
              <a:ext uri="{FF2B5EF4-FFF2-40B4-BE49-F238E27FC236}">
                <a16:creationId xmlns:a16="http://schemas.microsoft.com/office/drawing/2014/main" id="{917FF5CA-89D7-8276-FCC0-2AF4D874271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6027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44">
            <a:extLst>
              <a:ext uri="{FF2B5EF4-FFF2-40B4-BE49-F238E27FC236}">
                <a16:creationId xmlns:a16="http://schemas.microsoft.com/office/drawing/2014/main" id="{FC74F120-AA90-EE57-1DBD-99B2CCFBCB5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949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45">
            <a:extLst>
              <a:ext uri="{FF2B5EF4-FFF2-40B4-BE49-F238E27FC236}">
                <a16:creationId xmlns:a16="http://schemas.microsoft.com/office/drawing/2014/main" id="{01330FAD-DC37-6B19-C72F-B0AE938B710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6360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46">
            <a:extLst>
              <a:ext uri="{FF2B5EF4-FFF2-40B4-BE49-F238E27FC236}">
                <a16:creationId xmlns:a16="http://schemas.microsoft.com/office/drawing/2014/main" id="{97E933D6-C932-4D3A-2D7D-B04C63F7F4C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964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47">
            <a:extLst>
              <a:ext uri="{FF2B5EF4-FFF2-40B4-BE49-F238E27FC236}">
                <a16:creationId xmlns:a16="http://schemas.microsoft.com/office/drawing/2014/main" id="{BFC4066A-6CFA-5678-DACA-4861BEEB797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1248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48">
            <a:extLst>
              <a:ext uri="{FF2B5EF4-FFF2-40B4-BE49-F238E27FC236}">
                <a16:creationId xmlns:a16="http://schemas.microsoft.com/office/drawing/2014/main" id="{E419D76F-C0B7-9DEC-7588-FD65E317879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05752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49">
            <a:extLst>
              <a:ext uri="{FF2B5EF4-FFF2-40B4-BE49-F238E27FC236}">
                <a16:creationId xmlns:a16="http://schemas.microsoft.com/office/drawing/2014/main" id="{54B2B34D-0EBD-0B9C-0C63-4FEF324589D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10473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50">
            <a:extLst>
              <a:ext uri="{FF2B5EF4-FFF2-40B4-BE49-F238E27FC236}">
                <a16:creationId xmlns:a16="http://schemas.microsoft.com/office/drawing/2014/main" id="{772C9B5E-C77E-7239-875E-01DF22A4BFD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67625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51">
            <a:extLst>
              <a:ext uri="{FF2B5EF4-FFF2-40B4-BE49-F238E27FC236}">
                <a16:creationId xmlns:a16="http://schemas.microsoft.com/office/drawing/2014/main" id="{D5213380-859F-8EB1-F8FF-2F8FD656D98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95457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52">
            <a:extLst>
              <a:ext uri="{FF2B5EF4-FFF2-40B4-BE49-F238E27FC236}">
                <a16:creationId xmlns:a16="http://schemas.microsoft.com/office/drawing/2014/main" id="{0E43B700-EF3C-526F-B943-DF2EAB2EF11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80594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53">
            <a:extLst>
              <a:ext uri="{FF2B5EF4-FFF2-40B4-BE49-F238E27FC236}">
                <a16:creationId xmlns:a16="http://schemas.microsoft.com/office/drawing/2014/main" id="{AA2004A7-8026-02FA-9EDE-A2ECC5F319B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11849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54">
            <a:extLst>
              <a:ext uri="{FF2B5EF4-FFF2-40B4-BE49-F238E27FC236}">
                <a16:creationId xmlns:a16="http://schemas.microsoft.com/office/drawing/2014/main" id="{DBCD0324-8183-5F6C-78A5-F41EE6CA70D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37560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55">
            <a:extLst>
              <a:ext uri="{FF2B5EF4-FFF2-40B4-BE49-F238E27FC236}">
                <a16:creationId xmlns:a16="http://schemas.microsoft.com/office/drawing/2014/main" id="{9CDB544A-191D-BB76-22DF-5DBDE9D1A2C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29759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56">
            <a:extLst>
              <a:ext uri="{FF2B5EF4-FFF2-40B4-BE49-F238E27FC236}">
                <a16:creationId xmlns:a16="http://schemas.microsoft.com/office/drawing/2014/main" id="{D091204A-9E29-EF29-A2C8-2554B7DC74F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57314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57">
            <a:extLst>
              <a:ext uri="{FF2B5EF4-FFF2-40B4-BE49-F238E27FC236}">
                <a16:creationId xmlns:a16="http://schemas.microsoft.com/office/drawing/2014/main" id="{4534F802-E0DA-E878-EFC0-2B42D86B0D2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14205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58">
            <a:extLst>
              <a:ext uri="{FF2B5EF4-FFF2-40B4-BE49-F238E27FC236}">
                <a16:creationId xmlns:a16="http://schemas.microsoft.com/office/drawing/2014/main" id="{506243CF-79C1-2A7C-979A-07AFC34AF24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530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59">
            <a:extLst>
              <a:ext uri="{FF2B5EF4-FFF2-40B4-BE49-F238E27FC236}">
                <a16:creationId xmlns:a16="http://schemas.microsoft.com/office/drawing/2014/main" id="{F073B7E8-0257-6D8B-98AF-2055D4E66F3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87890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60">
            <a:extLst>
              <a:ext uri="{FF2B5EF4-FFF2-40B4-BE49-F238E27FC236}">
                <a16:creationId xmlns:a16="http://schemas.microsoft.com/office/drawing/2014/main" id="{64F4DB8A-6DFB-ACC3-7129-292EF5B00EE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05418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61">
            <a:extLst>
              <a:ext uri="{FF2B5EF4-FFF2-40B4-BE49-F238E27FC236}">
                <a16:creationId xmlns:a16="http://schemas.microsoft.com/office/drawing/2014/main" id="{CED6A772-9DD1-5F87-E3A2-5D7C5F8C57D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1315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62">
            <a:extLst>
              <a:ext uri="{FF2B5EF4-FFF2-40B4-BE49-F238E27FC236}">
                <a16:creationId xmlns:a16="http://schemas.microsoft.com/office/drawing/2014/main" id="{363D5576-391A-6B3E-118B-2AB2B5FEA79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89182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63">
            <a:extLst>
              <a:ext uri="{FF2B5EF4-FFF2-40B4-BE49-F238E27FC236}">
                <a16:creationId xmlns:a16="http://schemas.microsoft.com/office/drawing/2014/main" id="{718488A7-6F88-1C1D-4CAF-50600BDC431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97105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64">
            <a:extLst>
              <a:ext uri="{FF2B5EF4-FFF2-40B4-BE49-F238E27FC236}">
                <a16:creationId xmlns:a16="http://schemas.microsoft.com/office/drawing/2014/main" id="{FA04A949-5F23-25E8-880B-C04B1443A2B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07728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65">
            <a:extLst>
              <a:ext uri="{FF2B5EF4-FFF2-40B4-BE49-F238E27FC236}">
                <a16:creationId xmlns:a16="http://schemas.microsoft.com/office/drawing/2014/main" id="{EC3D4FC5-63BF-ED93-1FBB-04F082C6865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47840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66">
            <a:extLst>
              <a:ext uri="{FF2B5EF4-FFF2-40B4-BE49-F238E27FC236}">
                <a16:creationId xmlns:a16="http://schemas.microsoft.com/office/drawing/2014/main" id="{C21A9F15-B0AC-F959-E1FF-297DEFF1E55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06476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67">
            <a:extLst>
              <a:ext uri="{FF2B5EF4-FFF2-40B4-BE49-F238E27FC236}">
                <a16:creationId xmlns:a16="http://schemas.microsoft.com/office/drawing/2014/main" id="{EE3D70A9-408C-2687-19F1-B0DD1CA5F11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07651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68">
            <a:extLst>
              <a:ext uri="{FF2B5EF4-FFF2-40B4-BE49-F238E27FC236}">
                <a16:creationId xmlns:a16="http://schemas.microsoft.com/office/drawing/2014/main" id="{CA253C66-B773-F1F8-1A06-22DF6435C8D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53633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69">
            <a:extLst>
              <a:ext uri="{FF2B5EF4-FFF2-40B4-BE49-F238E27FC236}">
                <a16:creationId xmlns:a16="http://schemas.microsoft.com/office/drawing/2014/main" id="{F1443924-A123-7811-078B-AB054A76CC5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73159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70">
            <a:extLst>
              <a:ext uri="{FF2B5EF4-FFF2-40B4-BE49-F238E27FC236}">
                <a16:creationId xmlns:a16="http://schemas.microsoft.com/office/drawing/2014/main" id="{1D6FF4BB-7D1C-956C-4666-181346BE2D7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18217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71">
            <a:extLst>
              <a:ext uri="{FF2B5EF4-FFF2-40B4-BE49-F238E27FC236}">
                <a16:creationId xmlns:a16="http://schemas.microsoft.com/office/drawing/2014/main" id="{D8C55D6F-BDE9-59BA-506A-CE2A4EC84F3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29237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72">
            <a:extLst>
              <a:ext uri="{FF2B5EF4-FFF2-40B4-BE49-F238E27FC236}">
                <a16:creationId xmlns:a16="http://schemas.microsoft.com/office/drawing/2014/main" id="{16BA94C4-F72E-E734-EFE5-75A248A49E2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29938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73">
            <a:extLst>
              <a:ext uri="{FF2B5EF4-FFF2-40B4-BE49-F238E27FC236}">
                <a16:creationId xmlns:a16="http://schemas.microsoft.com/office/drawing/2014/main" id="{672ED84D-C702-2EA2-04A2-971D17C6F09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43430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74">
            <a:extLst>
              <a:ext uri="{FF2B5EF4-FFF2-40B4-BE49-F238E27FC236}">
                <a16:creationId xmlns:a16="http://schemas.microsoft.com/office/drawing/2014/main" id="{8489CB09-A650-78AC-BF80-4CF69C58125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79457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75">
            <a:extLst>
              <a:ext uri="{FF2B5EF4-FFF2-40B4-BE49-F238E27FC236}">
                <a16:creationId xmlns:a16="http://schemas.microsoft.com/office/drawing/2014/main" id="{AB84E717-E801-767E-2215-62B7A44C3E9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9157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76">
            <a:extLst>
              <a:ext uri="{FF2B5EF4-FFF2-40B4-BE49-F238E27FC236}">
                <a16:creationId xmlns:a16="http://schemas.microsoft.com/office/drawing/2014/main" id="{4389021F-58B8-1FBA-4FE2-6592FBBBEE8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63304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77">
            <a:extLst>
              <a:ext uri="{FF2B5EF4-FFF2-40B4-BE49-F238E27FC236}">
                <a16:creationId xmlns:a16="http://schemas.microsoft.com/office/drawing/2014/main" id="{01438AEF-98A0-7EDD-43D5-9E8B28799D1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85678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78">
            <a:extLst>
              <a:ext uri="{FF2B5EF4-FFF2-40B4-BE49-F238E27FC236}">
                <a16:creationId xmlns:a16="http://schemas.microsoft.com/office/drawing/2014/main" id="{F758C1EA-9E33-665A-B891-D56BCAE8319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67121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79">
            <a:extLst>
              <a:ext uri="{FF2B5EF4-FFF2-40B4-BE49-F238E27FC236}">
                <a16:creationId xmlns:a16="http://schemas.microsoft.com/office/drawing/2014/main" id="{EE15EC8D-7547-ED3E-9EA4-6B014EE8A88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77332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80">
            <a:extLst>
              <a:ext uri="{FF2B5EF4-FFF2-40B4-BE49-F238E27FC236}">
                <a16:creationId xmlns:a16="http://schemas.microsoft.com/office/drawing/2014/main" id="{76850CC4-A332-2804-605A-634007E34B9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72117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81">
            <a:extLst>
              <a:ext uri="{FF2B5EF4-FFF2-40B4-BE49-F238E27FC236}">
                <a16:creationId xmlns:a16="http://schemas.microsoft.com/office/drawing/2014/main" id="{A5DC3E60-260B-56C7-65AD-073C44B28DD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8693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82">
            <a:extLst>
              <a:ext uri="{FF2B5EF4-FFF2-40B4-BE49-F238E27FC236}">
                <a16:creationId xmlns:a16="http://schemas.microsoft.com/office/drawing/2014/main" id="{DEDB0F34-5A67-8847-09BC-7DA46FFB8BD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11528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83">
            <a:extLst>
              <a:ext uri="{FF2B5EF4-FFF2-40B4-BE49-F238E27FC236}">
                <a16:creationId xmlns:a16="http://schemas.microsoft.com/office/drawing/2014/main" id="{C9D48599-FA6E-C933-1440-021D56F0643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92585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84">
            <a:extLst>
              <a:ext uri="{FF2B5EF4-FFF2-40B4-BE49-F238E27FC236}">
                <a16:creationId xmlns:a16="http://schemas.microsoft.com/office/drawing/2014/main" id="{5214A17D-ABA0-0E35-2D7D-EAEC4D7EBBC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63587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85">
            <a:extLst>
              <a:ext uri="{FF2B5EF4-FFF2-40B4-BE49-F238E27FC236}">
                <a16:creationId xmlns:a16="http://schemas.microsoft.com/office/drawing/2014/main" id="{2C246895-6175-3432-0046-2C864BB79BC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69339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86">
            <a:extLst>
              <a:ext uri="{FF2B5EF4-FFF2-40B4-BE49-F238E27FC236}">
                <a16:creationId xmlns:a16="http://schemas.microsoft.com/office/drawing/2014/main" id="{564D8A7D-55C4-9CC7-E0C6-E3C00943A3B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48368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87">
            <a:extLst>
              <a:ext uri="{FF2B5EF4-FFF2-40B4-BE49-F238E27FC236}">
                <a16:creationId xmlns:a16="http://schemas.microsoft.com/office/drawing/2014/main" id="{70E30096-1606-FF4D-215D-BA2A028A545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5494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88">
            <a:extLst>
              <a:ext uri="{FF2B5EF4-FFF2-40B4-BE49-F238E27FC236}">
                <a16:creationId xmlns:a16="http://schemas.microsoft.com/office/drawing/2014/main" id="{E9A8FA5D-2875-60C4-1642-C6469B40903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07487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89">
            <a:extLst>
              <a:ext uri="{FF2B5EF4-FFF2-40B4-BE49-F238E27FC236}">
                <a16:creationId xmlns:a16="http://schemas.microsoft.com/office/drawing/2014/main" id="{B96110F6-773B-9B24-8F29-FCC93DAC719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51736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90">
            <a:extLst>
              <a:ext uri="{FF2B5EF4-FFF2-40B4-BE49-F238E27FC236}">
                <a16:creationId xmlns:a16="http://schemas.microsoft.com/office/drawing/2014/main" id="{027882E3-71C4-5389-AA45-D2805D0268B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66153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91">
            <a:extLst>
              <a:ext uri="{FF2B5EF4-FFF2-40B4-BE49-F238E27FC236}">
                <a16:creationId xmlns:a16="http://schemas.microsoft.com/office/drawing/2014/main" id="{0E41F0A1-E03D-48B1-9112-B313E710AE9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42082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92">
            <a:extLst>
              <a:ext uri="{FF2B5EF4-FFF2-40B4-BE49-F238E27FC236}">
                <a16:creationId xmlns:a16="http://schemas.microsoft.com/office/drawing/2014/main" id="{70528E4F-7BDC-622B-4D64-E1C8AC2EC7F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23537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93">
            <a:extLst>
              <a:ext uri="{FF2B5EF4-FFF2-40B4-BE49-F238E27FC236}">
                <a16:creationId xmlns:a16="http://schemas.microsoft.com/office/drawing/2014/main" id="{A9EBC83E-74F5-BE36-CA54-7ABB6D68418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09027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94">
            <a:extLst>
              <a:ext uri="{FF2B5EF4-FFF2-40B4-BE49-F238E27FC236}">
                <a16:creationId xmlns:a16="http://schemas.microsoft.com/office/drawing/2014/main" id="{F3014FEE-7C09-B0CE-82A4-B12ACF9C8D2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7114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95">
            <a:extLst>
              <a:ext uri="{FF2B5EF4-FFF2-40B4-BE49-F238E27FC236}">
                <a16:creationId xmlns:a16="http://schemas.microsoft.com/office/drawing/2014/main" id="{43D90425-0DDC-0D85-9931-A87027E66E7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27524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96">
            <a:extLst>
              <a:ext uri="{FF2B5EF4-FFF2-40B4-BE49-F238E27FC236}">
                <a16:creationId xmlns:a16="http://schemas.microsoft.com/office/drawing/2014/main" id="{3F56BB09-DFC5-17AC-E1F8-9CA3E8EB6FE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74098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97">
            <a:extLst>
              <a:ext uri="{FF2B5EF4-FFF2-40B4-BE49-F238E27FC236}">
                <a16:creationId xmlns:a16="http://schemas.microsoft.com/office/drawing/2014/main" id="{26194DB2-16FF-7E85-1D08-A4FBF0718F0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49466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98">
            <a:extLst>
              <a:ext uri="{FF2B5EF4-FFF2-40B4-BE49-F238E27FC236}">
                <a16:creationId xmlns:a16="http://schemas.microsoft.com/office/drawing/2014/main" id="{D905685B-F0D3-5727-29AA-01AEA397500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00524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99">
            <a:extLst>
              <a:ext uri="{FF2B5EF4-FFF2-40B4-BE49-F238E27FC236}">
                <a16:creationId xmlns:a16="http://schemas.microsoft.com/office/drawing/2014/main" id="{74819072-4455-2B9C-7E31-0B7B9C17AA0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07156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00">
            <a:extLst>
              <a:ext uri="{FF2B5EF4-FFF2-40B4-BE49-F238E27FC236}">
                <a16:creationId xmlns:a16="http://schemas.microsoft.com/office/drawing/2014/main" id="{3001ABC4-BBC7-3DEF-697F-B7B2844BFA1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46053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01">
            <a:extLst>
              <a:ext uri="{FF2B5EF4-FFF2-40B4-BE49-F238E27FC236}">
                <a16:creationId xmlns:a16="http://schemas.microsoft.com/office/drawing/2014/main" id="{A1973B80-C232-6024-5606-88C571F4252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4468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02">
            <a:extLst>
              <a:ext uri="{FF2B5EF4-FFF2-40B4-BE49-F238E27FC236}">
                <a16:creationId xmlns:a16="http://schemas.microsoft.com/office/drawing/2014/main" id="{0AEBDE29-E279-7846-0CAF-1334A8B8827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023010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03">
            <a:extLst>
              <a:ext uri="{FF2B5EF4-FFF2-40B4-BE49-F238E27FC236}">
                <a16:creationId xmlns:a16="http://schemas.microsoft.com/office/drawing/2014/main" id="{8ACD5713-549C-4E6A-020D-8A298ADA19A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42007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04">
            <a:extLst>
              <a:ext uri="{FF2B5EF4-FFF2-40B4-BE49-F238E27FC236}">
                <a16:creationId xmlns:a16="http://schemas.microsoft.com/office/drawing/2014/main" id="{6C97E38A-84D9-25F4-40B0-5C984327EA3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76916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05">
            <a:extLst>
              <a:ext uri="{FF2B5EF4-FFF2-40B4-BE49-F238E27FC236}">
                <a16:creationId xmlns:a16="http://schemas.microsoft.com/office/drawing/2014/main" id="{26AD1122-76DB-F076-8E38-B8E62AE9ABF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65630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06">
            <a:extLst>
              <a:ext uri="{FF2B5EF4-FFF2-40B4-BE49-F238E27FC236}">
                <a16:creationId xmlns:a16="http://schemas.microsoft.com/office/drawing/2014/main" id="{44F5D294-657E-CD31-3ACB-EA5145D17AD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1834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07">
            <a:extLst>
              <a:ext uri="{FF2B5EF4-FFF2-40B4-BE49-F238E27FC236}">
                <a16:creationId xmlns:a16="http://schemas.microsoft.com/office/drawing/2014/main" id="{29E7BD14-C9D3-59EF-F896-3D39E0FCB4E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77070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08">
            <a:extLst>
              <a:ext uri="{FF2B5EF4-FFF2-40B4-BE49-F238E27FC236}">
                <a16:creationId xmlns:a16="http://schemas.microsoft.com/office/drawing/2014/main" id="{866074C1-4853-E890-268B-71EEF9760BC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823795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09">
            <a:extLst>
              <a:ext uri="{FF2B5EF4-FFF2-40B4-BE49-F238E27FC236}">
                <a16:creationId xmlns:a16="http://schemas.microsoft.com/office/drawing/2014/main" id="{288F9167-88CF-B561-1C69-758259A9485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981419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10">
            <a:extLst>
              <a:ext uri="{FF2B5EF4-FFF2-40B4-BE49-F238E27FC236}">
                <a16:creationId xmlns:a16="http://schemas.microsoft.com/office/drawing/2014/main" id="{DE9A05A8-4312-1BC9-E836-632B9F70F96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949963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11">
            <a:extLst>
              <a:ext uri="{FF2B5EF4-FFF2-40B4-BE49-F238E27FC236}">
                <a16:creationId xmlns:a16="http://schemas.microsoft.com/office/drawing/2014/main" id="{D3A95920-8D6F-3EB4-39DB-FED1CF7A820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85891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12">
            <a:extLst>
              <a:ext uri="{FF2B5EF4-FFF2-40B4-BE49-F238E27FC236}">
                <a16:creationId xmlns:a16="http://schemas.microsoft.com/office/drawing/2014/main" id="{69508CAC-5486-D24F-135A-9246B878FF5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23465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13">
            <a:extLst>
              <a:ext uri="{FF2B5EF4-FFF2-40B4-BE49-F238E27FC236}">
                <a16:creationId xmlns:a16="http://schemas.microsoft.com/office/drawing/2014/main" id="{16AC48DE-2E4B-4E2C-FCB9-5913A1D8920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885449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14">
            <a:extLst>
              <a:ext uri="{FF2B5EF4-FFF2-40B4-BE49-F238E27FC236}">
                <a16:creationId xmlns:a16="http://schemas.microsoft.com/office/drawing/2014/main" id="{61CAEA33-0CE6-2CD5-5938-0837D9A0124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63893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15">
            <a:extLst>
              <a:ext uri="{FF2B5EF4-FFF2-40B4-BE49-F238E27FC236}">
                <a16:creationId xmlns:a16="http://schemas.microsoft.com/office/drawing/2014/main" id="{2DAEA75D-420B-A728-DCEF-079E1FE5F80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713018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16">
            <a:extLst>
              <a:ext uri="{FF2B5EF4-FFF2-40B4-BE49-F238E27FC236}">
                <a16:creationId xmlns:a16="http://schemas.microsoft.com/office/drawing/2014/main" id="{759BCC93-D3B6-F2D7-FC49-F8AF8FC0BD7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207974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17">
            <a:extLst>
              <a:ext uri="{FF2B5EF4-FFF2-40B4-BE49-F238E27FC236}">
                <a16:creationId xmlns:a16="http://schemas.microsoft.com/office/drawing/2014/main" id="{2EFDFD80-27D8-7157-BC9B-3C760AFF5F0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711908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18">
            <a:extLst>
              <a:ext uri="{FF2B5EF4-FFF2-40B4-BE49-F238E27FC236}">
                <a16:creationId xmlns:a16="http://schemas.microsoft.com/office/drawing/2014/main" id="{76B0D783-8491-99E9-6C07-A1E7EF2501D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62269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19">
            <a:extLst>
              <a:ext uri="{FF2B5EF4-FFF2-40B4-BE49-F238E27FC236}">
                <a16:creationId xmlns:a16="http://schemas.microsoft.com/office/drawing/2014/main" id="{19200446-0524-8563-F841-83696175F5F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216544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20">
            <a:extLst>
              <a:ext uri="{FF2B5EF4-FFF2-40B4-BE49-F238E27FC236}">
                <a16:creationId xmlns:a16="http://schemas.microsoft.com/office/drawing/2014/main" id="{7C6A6BA9-7EBD-528B-1296-C8A1764E5EB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771033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21">
            <a:extLst>
              <a:ext uri="{FF2B5EF4-FFF2-40B4-BE49-F238E27FC236}">
                <a16:creationId xmlns:a16="http://schemas.microsoft.com/office/drawing/2014/main" id="{ADDE1D5C-99DF-13EF-82FC-29BABAF75B3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804207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22">
            <a:extLst>
              <a:ext uri="{FF2B5EF4-FFF2-40B4-BE49-F238E27FC236}">
                <a16:creationId xmlns:a16="http://schemas.microsoft.com/office/drawing/2014/main" id="{59D8D2EC-160E-B0C1-E777-9812E0FEB74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624193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23">
            <a:extLst>
              <a:ext uri="{FF2B5EF4-FFF2-40B4-BE49-F238E27FC236}">
                <a16:creationId xmlns:a16="http://schemas.microsoft.com/office/drawing/2014/main" id="{E106DCE8-C329-3FF3-D6AF-2CE5CF8B0C0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261629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24">
            <a:extLst>
              <a:ext uri="{FF2B5EF4-FFF2-40B4-BE49-F238E27FC236}">
                <a16:creationId xmlns:a16="http://schemas.microsoft.com/office/drawing/2014/main" id="{85FA5E98-0CFB-3CEC-25D4-A8AAD17A6A0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817093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25">
            <a:extLst>
              <a:ext uri="{FF2B5EF4-FFF2-40B4-BE49-F238E27FC236}">
                <a16:creationId xmlns:a16="http://schemas.microsoft.com/office/drawing/2014/main" id="{379A8A72-35C6-4815-B5AE-DB417D67E2F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15390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26">
            <a:extLst>
              <a:ext uri="{FF2B5EF4-FFF2-40B4-BE49-F238E27FC236}">
                <a16:creationId xmlns:a16="http://schemas.microsoft.com/office/drawing/2014/main" id="{B69B9E44-74F1-961D-AF6C-B00C1F54F65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814517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27">
            <a:extLst>
              <a:ext uri="{FF2B5EF4-FFF2-40B4-BE49-F238E27FC236}">
                <a16:creationId xmlns:a16="http://schemas.microsoft.com/office/drawing/2014/main" id="{E1967F96-B596-D5A5-89A1-C0F55357FAF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962804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28">
            <a:extLst>
              <a:ext uri="{FF2B5EF4-FFF2-40B4-BE49-F238E27FC236}">
                <a16:creationId xmlns:a16="http://schemas.microsoft.com/office/drawing/2014/main" id="{575503B9-3CDA-6307-2E79-3A34DA96A96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869501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29">
            <a:extLst>
              <a:ext uri="{FF2B5EF4-FFF2-40B4-BE49-F238E27FC236}">
                <a16:creationId xmlns:a16="http://schemas.microsoft.com/office/drawing/2014/main" id="{E04BD28C-71BA-9079-E6D1-6C998CD4C71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313532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30">
            <a:extLst>
              <a:ext uri="{FF2B5EF4-FFF2-40B4-BE49-F238E27FC236}">
                <a16:creationId xmlns:a16="http://schemas.microsoft.com/office/drawing/2014/main" id="{021F7A77-9F8E-9AB6-8284-CE3ABE0082E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606072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31">
            <a:extLst>
              <a:ext uri="{FF2B5EF4-FFF2-40B4-BE49-F238E27FC236}">
                <a16:creationId xmlns:a16="http://schemas.microsoft.com/office/drawing/2014/main" id="{BDAA85DD-9558-6E94-8D92-EB2A8B4231B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79909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32">
            <a:extLst>
              <a:ext uri="{FF2B5EF4-FFF2-40B4-BE49-F238E27FC236}">
                <a16:creationId xmlns:a16="http://schemas.microsoft.com/office/drawing/2014/main" id="{A80B31B0-78C2-71F6-F0CC-88CEEB91A7E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905591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33">
            <a:extLst>
              <a:ext uri="{FF2B5EF4-FFF2-40B4-BE49-F238E27FC236}">
                <a16:creationId xmlns:a16="http://schemas.microsoft.com/office/drawing/2014/main" id="{790A73B3-F70D-91BA-7AFF-6CF20DD52EB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527093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34">
            <a:extLst>
              <a:ext uri="{FF2B5EF4-FFF2-40B4-BE49-F238E27FC236}">
                <a16:creationId xmlns:a16="http://schemas.microsoft.com/office/drawing/2014/main" id="{7C23508D-C01B-4A0A-851D-C449B692788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561870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35">
            <a:extLst>
              <a:ext uri="{FF2B5EF4-FFF2-40B4-BE49-F238E27FC236}">
                <a16:creationId xmlns:a16="http://schemas.microsoft.com/office/drawing/2014/main" id="{50138308-DECC-66BC-C683-7D11A27BF15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942512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36">
            <a:extLst>
              <a:ext uri="{FF2B5EF4-FFF2-40B4-BE49-F238E27FC236}">
                <a16:creationId xmlns:a16="http://schemas.microsoft.com/office/drawing/2014/main" id="{BF8D32E5-0C54-66BD-1446-2FD8D590F09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497969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37">
            <a:extLst>
              <a:ext uri="{FF2B5EF4-FFF2-40B4-BE49-F238E27FC236}">
                <a16:creationId xmlns:a16="http://schemas.microsoft.com/office/drawing/2014/main" id="{5A45B420-E376-D747-72D9-C011FD12962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152472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38">
            <a:extLst>
              <a:ext uri="{FF2B5EF4-FFF2-40B4-BE49-F238E27FC236}">
                <a16:creationId xmlns:a16="http://schemas.microsoft.com/office/drawing/2014/main" id="{6BCBB2CB-BEA0-3462-78AB-A0D9C73F54C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902528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39">
            <a:extLst>
              <a:ext uri="{FF2B5EF4-FFF2-40B4-BE49-F238E27FC236}">
                <a16:creationId xmlns:a16="http://schemas.microsoft.com/office/drawing/2014/main" id="{E20BACB7-6779-C2BF-CBF2-0D2A9F193B9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019997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40">
            <a:extLst>
              <a:ext uri="{FF2B5EF4-FFF2-40B4-BE49-F238E27FC236}">
                <a16:creationId xmlns:a16="http://schemas.microsoft.com/office/drawing/2014/main" id="{71C4C1EA-9C87-3BE9-EC81-D2E44EDDC62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679287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41">
            <a:extLst>
              <a:ext uri="{FF2B5EF4-FFF2-40B4-BE49-F238E27FC236}">
                <a16:creationId xmlns:a16="http://schemas.microsoft.com/office/drawing/2014/main" id="{E8BCDBE4-8B07-B2CD-F728-7D3841C2C37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151416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42">
            <a:extLst>
              <a:ext uri="{FF2B5EF4-FFF2-40B4-BE49-F238E27FC236}">
                <a16:creationId xmlns:a16="http://schemas.microsoft.com/office/drawing/2014/main" id="{E2400F29-BADA-9574-7152-03323306E76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817484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43">
            <a:extLst>
              <a:ext uri="{FF2B5EF4-FFF2-40B4-BE49-F238E27FC236}">
                <a16:creationId xmlns:a16="http://schemas.microsoft.com/office/drawing/2014/main" id="{01DB25F7-17DD-BB1A-89B9-84AB8342D6C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693550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44">
            <a:extLst>
              <a:ext uri="{FF2B5EF4-FFF2-40B4-BE49-F238E27FC236}">
                <a16:creationId xmlns:a16="http://schemas.microsoft.com/office/drawing/2014/main" id="{26AAF74F-062D-70CD-885C-F294D5DA034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033952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45">
            <a:extLst>
              <a:ext uri="{FF2B5EF4-FFF2-40B4-BE49-F238E27FC236}">
                <a16:creationId xmlns:a16="http://schemas.microsoft.com/office/drawing/2014/main" id="{E5D40AE3-88DE-17D8-84D6-AE2CB6F46BA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464841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46">
            <a:extLst>
              <a:ext uri="{FF2B5EF4-FFF2-40B4-BE49-F238E27FC236}">
                <a16:creationId xmlns:a16="http://schemas.microsoft.com/office/drawing/2014/main" id="{4B03CEFE-6A60-0EC3-0FF9-3F1C3CC52AD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202458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47">
            <a:extLst>
              <a:ext uri="{FF2B5EF4-FFF2-40B4-BE49-F238E27FC236}">
                <a16:creationId xmlns:a16="http://schemas.microsoft.com/office/drawing/2014/main" id="{23763D45-5F4D-85FF-8440-BA51D9CA140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388593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48">
            <a:extLst>
              <a:ext uri="{FF2B5EF4-FFF2-40B4-BE49-F238E27FC236}">
                <a16:creationId xmlns:a16="http://schemas.microsoft.com/office/drawing/2014/main" id="{74A0526A-22F6-CFE1-CE85-370C97DB7CF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671159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49">
            <a:extLst>
              <a:ext uri="{FF2B5EF4-FFF2-40B4-BE49-F238E27FC236}">
                <a16:creationId xmlns:a16="http://schemas.microsoft.com/office/drawing/2014/main" id="{D31BCF48-6966-F02A-B251-44F3648C1F3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504495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50">
            <a:extLst>
              <a:ext uri="{FF2B5EF4-FFF2-40B4-BE49-F238E27FC236}">
                <a16:creationId xmlns:a16="http://schemas.microsoft.com/office/drawing/2014/main" id="{96CF4135-F30F-8B53-E164-EC71DE1B8D8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25690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51">
            <a:extLst>
              <a:ext uri="{FF2B5EF4-FFF2-40B4-BE49-F238E27FC236}">
                <a16:creationId xmlns:a16="http://schemas.microsoft.com/office/drawing/2014/main" id="{EC8146AC-52C3-7989-AB5E-4699CE4E9E8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449420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52">
            <a:extLst>
              <a:ext uri="{FF2B5EF4-FFF2-40B4-BE49-F238E27FC236}">
                <a16:creationId xmlns:a16="http://schemas.microsoft.com/office/drawing/2014/main" id="{E1643BDE-C6A5-C57D-B2C7-D266276AB75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720067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53">
            <a:extLst>
              <a:ext uri="{FF2B5EF4-FFF2-40B4-BE49-F238E27FC236}">
                <a16:creationId xmlns:a16="http://schemas.microsoft.com/office/drawing/2014/main" id="{CF2C0B32-A051-03FC-07A9-C40B5610234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235788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54">
            <a:extLst>
              <a:ext uri="{FF2B5EF4-FFF2-40B4-BE49-F238E27FC236}">
                <a16:creationId xmlns:a16="http://schemas.microsoft.com/office/drawing/2014/main" id="{FA4294A5-47DA-27B6-7954-0D9F58FE4BD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597720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55">
            <a:extLst>
              <a:ext uri="{FF2B5EF4-FFF2-40B4-BE49-F238E27FC236}">
                <a16:creationId xmlns:a16="http://schemas.microsoft.com/office/drawing/2014/main" id="{B3F77DE5-9105-E8D2-C985-2528226ABB7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494816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56">
            <a:extLst>
              <a:ext uri="{FF2B5EF4-FFF2-40B4-BE49-F238E27FC236}">
                <a16:creationId xmlns:a16="http://schemas.microsoft.com/office/drawing/2014/main" id="{20C5D2B2-0876-45DD-A0DE-50FF914EB55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056417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57">
            <a:extLst>
              <a:ext uri="{FF2B5EF4-FFF2-40B4-BE49-F238E27FC236}">
                <a16:creationId xmlns:a16="http://schemas.microsoft.com/office/drawing/2014/main" id="{21785D07-68CE-13D8-FFBB-F62DFAA09B2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846082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58">
            <a:extLst>
              <a:ext uri="{FF2B5EF4-FFF2-40B4-BE49-F238E27FC236}">
                <a16:creationId xmlns:a16="http://schemas.microsoft.com/office/drawing/2014/main" id="{0A3DDC3B-80E8-3501-5C1B-2580CB2F551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85017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59">
            <a:extLst>
              <a:ext uri="{FF2B5EF4-FFF2-40B4-BE49-F238E27FC236}">
                <a16:creationId xmlns:a16="http://schemas.microsoft.com/office/drawing/2014/main" id="{630B00FA-DC71-0068-5CB8-96ACD7DAA1E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43210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60">
            <a:extLst>
              <a:ext uri="{FF2B5EF4-FFF2-40B4-BE49-F238E27FC236}">
                <a16:creationId xmlns:a16="http://schemas.microsoft.com/office/drawing/2014/main" id="{156A670A-4E98-69BD-6B3C-693E3B0B6FE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565845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61">
            <a:extLst>
              <a:ext uri="{FF2B5EF4-FFF2-40B4-BE49-F238E27FC236}">
                <a16:creationId xmlns:a16="http://schemas.microsoft.com/office/drawing/2014/main" id="{1B15D4ED-D3C2-C6D1-D91F-A4E662A3F85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270352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62">
            <a:extLst>
              <a:ext uri="{FF2B5EF4-FFF2-40B4-BE49-F238E27FC236}">
                <a16:creationId xmlns:a16="http://schemas.microsoft.com/office/drawing/2014/main" id="{E4FBEF83-9A83-F615-C2E5-0CDFDBDA108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405446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63">
            <a:extLst>
              <a:ext uri="{FF2B5EF4-FFF2-40B4-BE49-F238E27FC236}">
                <a16:creationId xmlns:a16="http://schemas.microsoft.com/office/drawing/2014/main" id="{84276279-4B63-44DD-7DF3-FF239BA8FE6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196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163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163</vt:i4>
      </vt:variant>
    </vt:vector>
  </HeadingPairs>
  <TitlesOfParts>
    <vt:vector size="16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anil singh parihar</dc:creator>
  <cp:lastModifiedBy>anil singh parihar</cp:lastModifiedBy>
  <cp:revision>1</cp:revision>
  <dcterms:created xsi:type="dcterms:W3CDTF">2025-04-15T17:56:22Z</dcterms:created>
  <dcterms:modified xsi:type="dcterms:W3CDTF">2025-04-15T17:57:25Z</dcterms:modified>
</cp:coreProperties>
</file>